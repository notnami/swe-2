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268"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951" autoAdjust="0"/>
  </p:normalViewPr>
  <p:slideViewPr>
    <p:cSldViewPr snapToGrid="0" snapToObjects="1">
      <p:cViewPr varScale="1">
        <p:scale>
          <a:sx n="52" d="100"/>
          <a:sy n="52" d="100"/>
        </p:scale>
        <p:origin x="170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image" Target="../media/image3.svg"/></Relationships>
</file>

<file path=ppt/diagrams/_rels/data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ata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image" Target="../media/image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74570C-5D8B-4914-A2FC-BA1A75326D26}" type="doc">
      <dgm:prSet loTypeId="urn:microsoft.com/office/officeart/2005/8/layout/hierarchy1" loCatId="hierarchy" qsTypeId="urn:microsoft.com/office/officeart/2005/8/quickstyle/simple4" qsCatId="simple" csTypeId="urn:microsoft.com/office/officeart/2005/8/colors/colorful1" csCatId="colorful"/>
      <dgm:spPr/>
      <dgm:t>
        <a:bodyPr/>
        <a:lstStyle/>
        <a:p>
          <a:endParaRPr lang="en-US"/>
        </a:p>
      </dgm:t>
    </dgm:pt>
    <dgm:pt modelId="{1FE53268-68DA-4AA6-BD06-B071D58C7E0C}">
      <dgm:prSet/>
      <dgm:spPr/>
      <dgm:t>
        <a:bodyPr/>
        <a:lstStyle/>
        <a:p>
          <a:r>
            <a:rPr lang="en-US"/>
            <a:t>What if you could write code that’s guaranteed to work from the start?</a:t>
          </a:r>
        </a:p>
      </dgm:t>
    </dgm:pt>
    <dgm:pt modelId="{C1D852E5-FD29-4987-A6B9-FB32471690A9}" type="parTrans" cxnId="{8E45C5CA-FDB8-4737-859A-1CD604DE59A9}">
      <dgm:prSet/>
      <dgm:spPr/>
      <dgm:t>
        <a:bodyPr/>
        <a:lstStyle/>
        <a:p>
          <a:endParaRPr lang="en-US"/>
        </a:p>
      </dgm:t>
    </dgm:pt>
    <dgm:pt modelId="{46EB29BF-114C-4270-AA67-9D1A0B799952}" type="sibTrans" cxnId="{8E45C5CA-FDB8-4737-859A-1CD604DE59A9}">
      <dgm:prSet/>
      <dgm:spPr/>
      <dgm:t>
        <a:bodyPr/>
        <a:lstStyle/>
        <a:p>
          <a:endParaRPr lang="en-US"/>
        </a:p>
      </dgm:t>
    </dgm:pt>
    <dgm:pt modelId="{5989FE90-F616-43E8-8970-53D8568BA9A2}">
      <dgm:prSet/>
      <dgm:spPr/>
      <dgm:t>
        <a:bodyPr/>
        <a:lstStyle/>
        <a:p>
          <a:r>
            <a:rPr lang="en-US"/>
            <a:t>Many developers spend hours debugging. TDD aims to prevent that.</a:t>
          </a:r>
        </a:p>
      </dgm:t>
    </dgm:pt>
    <dgm:pt modelId="{745A9C16-7780-46AF-9193-40685B48F284}" type="parTrans" cxnId="{DE7D47BB-DD74-49A5-BD3E-F79543DA53D8}">
      <dgm:prSet/>
      <dgm:spPr/>
      <dgm:t>
        <a:bodyPr/>
        <a:lstStyle/>
        <a:p>
          <a:endParaRPr lang="en-US"/>
        </a:p>
      </dgm:t>
    </dgm:pt>
    <dgm:pt modelId="{FEFA458D-3FBB-469E-9F9D-BA8C71D38FC9}" type="sibTrans" cxnId="{DE7D47BB-DD74-49A5-BD3E-F79543DA53D8}">
      <dgm:prSet/>
      <dgm:spPr/>
      <dgm:t>
        <a:bodyPr/>
        <a:lstStyle/>
        <a:p>
          <a:endParaRPr lang="en-US"/>
        </a:p>
      </dgm:t>
    </dgm:pt>
    <dgm:pt modelId="{9835F437-7913-45BE-A249-DEDDA2A16F91}" type="pres">
      <dgm:prSet presAssocID="{1374570C-5D8B-4914-A2FC-BA1A75326D26}" presName="hierChild1" presStyleCnt="0">
        <dgm:presLayoutVars>
          <dgm:chPref val="1"/>
          <dgm:dir/>
          <dgm:animOne val="branch"/>
          <dgm:animLvl val="lvl"/>
          <dgm:resizeHandles/>
        </dgm:presLayoutVars>
      </dgm:prSet>
      <dgm:spPr/>
    </dgm:pt>
    <dgm:pt modelId="{679C9285-AF52-4C0F-ABA8-20295F443976}" type="pres">
      <dgm:prSet presAssocID="{1FE53268-68DA-4AA6-BD06-B071D58C7E0C}" presName="hierRoot1" presStyleCnt="0"/>
      <dgm:spPr/>
    </dgm:pt>
    <dgm:pt modelId="{FF975A8A-A6E4-464D-A465-B0B0A8FA6298}" type="pres">
      <dgm:prSet presAssocID="{1FE53268-68DA-4AA6-BD06-B071D58C7E0C}" presName="composite" presStyleCnt="0"/>
      <dgm:spPr/>
    </dgm:pt>
    <dgm:pt modelId="{53F7077A-1FB8-4D1C-BB7D-3EE442920945}" type="pres">
      <dgm:prSet presAssocID="{1FE53268-68DA-4AA6-BD06-B071D58C7E0C}" presName="background" presStyleLbl="node0" presStyleIdx="0" presStyleCnt="2"/>
      <dgm:spPr/>
    </dgm:pt>
    <dgm:pt modelId="{E054287E-2EDA-4F45-8881-474289A89807}" type="pres">
      <dgm:prSet presAssocID="{1FE53268-68DA-4AA6-BD06-B071D58C7E0C}" presName="text" presStyleLbl="fgAcc0" presStyleIdx="0" presStyleCnt="2">
        <dgm:presLayoutVars>
          <dgm:chPref val="3"/>
        </dgm:presLayoutVars>
      </dgm:prSet>
      <dgm:spPr/>
    </dgm:pt>
    <dgm:pt modelId="{713397BD-FCE0-4530-899B-DE48D218C25C}" type="pres">
      <dgm:prSet presAssocID="{1FE53268-68DA-4AA6-BD06-B071D58C7E0C}" presName="hierChild2" presStyleCnt="0"/>
      <dgm:spPr/>
    </dgm:pt>
    <dgm:pt modelId="{92B647D3-B893-41C6-B747-2F0E645F2725}" type="pres">
      <dgm:prSet presAssocID="{5989FE90-F616-43E8-8970-53D8568BA9A2}" presName="hierRoot1" presStyleCnt="0"/>
      <dgm:spPr/>
    </dgm:pt>
    <dgm:pt modelId="{B5E13132-CE42-4569-AD2A-0C93593EACE7}" type="pres">
      <dgm:prSet presAssocID="{5989FE90-F616-43E8-8970-53D8568BA9A2}" presName="composite" presStyleCnt="0"/>
      <dgm:spPr/>
    </dgm:pt>
    <dgm:pt modelId="{7D9D2DB1-1F90-4050-ACE0-23F45D3D8BD7}" type="pres">
      <dgm:prSet presAssocID="{5989FE90-F616-43E8-8970-53D8568BA9A2}" presName="background" presStyleLbl="node0" presStyleIdx="1" presStyleCnt="2"/>
      <dgm:spPr/>
    </dgm:pt>
    <dgm:pt modelId="{59A655CB-2FB8-47C9-A23A-E6C57CF321E9}" type="pres">
      <dgm:prSet presAssocID="{5989FE90-F616-43E8-8970-53D8568BA9A2}" presName="text" presStyleLbl="fgAcc0" presStyleIdx="1" presStyleCnt="2">
        <dgm:presLayoutVars>
          <dgm:chPref val="3"/>
        </dgm:presLayoutVars>
      </dgm:prSet>
      <dgm:spPr/>
    </dgm:pt>
    <dgm:pt modelId="{AB9B980E-DFFA-42DA-AF62-89DCE195ADAC}" type="pres">
      <dgm:prSet presAssocID="{5989FE90-F616-43E8-8970-53D8568BA9A2}" presName="hierChild2" presStyleCnt="0"/>
      <dgm:spPr/>
    </dgm:pt>
  </dgm:ptLst>
  <dgm:cxnLst>
    <dgm:cxn modelId="{7F6C0418-56A9-44DF-A1E7-0747773E8A66}" type="presOf" srcId="{1FE53268-68DA-4AA6-BD06-B071D58C7E0C}" destId="{E054287E-2EDA-4F45-8881-474289A89807}" srcOrd="0" destOrd="0" presId="urn:microsoft.com/office/officeart/2005/8/layout/hierarchy1"/>
    <dgm:cxn modelId="{F7C2802F-7ED6-467E-922F-361AD8F9A488}" type="presOf" srcId="{5989FE90-F616-43E8-8970-53D8568BA9A2}" destId="{59A655CB-2FB8-47C9-A23A-E6C57CF321E9}" srcOrd="0" destOrd="0" presId="urn:microsoft.com/office/officeart/2005/8/layout/hierarchy1"/>
    <dgm:cxn modelId="{2FFE8F38-BBC3-475C-A0A4-696A0181A14E}" type="presOf" srcId="{1374570C-5D8B-4914-A2FC-BA1A75326D26}" destId="{9835F437-7913-45BE-A249-DEDDA2A16F91}" srcOrd="0" destOrd="0" presId="urn:microsoft.com/office/officeart/2005/8/layout/hierarchy1"/>
    <dgm:cxn modelId="{DE7D47BB-DD74-49A5-BD3E-F79543DA53D8}" srcId="{1374570C-5D8B-4914-A2FC-BA1A75326D26}" destId="{5989FE90-F616-43E8-8970-53D8568BA9A2}" srcOrd="1" destOrd="0" parTransId="{745A9C16-7780-46AF-9193-40685B48F284}" sibTransId="{FEFA458D-3FBB-469E-9F9D-BA8C71D38FC9}"/>
    <dgm:cxn modelId="{8E45C5CA-FDB8-4737-859A-1CD604DE59A9}" srcId="{1374570C-5D8B-4914-A2FC-BA1A75326D26}" destId="{1FE53268-68DA-4AA6-BD06-B071D58C7E0C}" srcOrd="0" destOrd="0" parTransId="{C1D852E5-FD29-4987-A6B9-FB32471690A9}" sibTransId="{46EB29BF-114C-4270-AA67-9D1A0B799952}"/>
    <dgm:cxn modelId="{7658F2C7-B59F-4896-B3F0-825151CB5FAE}" type="presParOf" srcId="{9835F437-7913-45BE-A249-DEDDA2A16F91}" destId="{679C9285-AF52-4C0F-ABA8-20295F443976}" srcOrd="0" destOrd="0" presId="urn:microsoft.com/office/officeart/2005/8/layout/hierarchy1"/>
    <dgm:cxn modelId="{3D33D6CA-CB2F-4D01-A173-668F42A2534A}" type="presParOf" srcId="{679C9285-AF52-4C0F-ABA8-20295F443976}" destId="{FF975A8A-A6E4-464D-A465-B0B0A8FA6298}" srcOrd="0" destOrd="0" presId="urn:microsoft.com/office/officeart/2005/8/layout/hierarchy1"/>
    <dgm:cxn modelId="{7CCE42ED-5933-4CC5-8AD7-3011381D916F}" type="presParOf" srcId="{FF975A8A-A6E4-464D-A465-B0B0A8FA6298}" destId="{53F7077A-1FB8-4D1C-BB7D-3EE442920945}" srcOrd="0" destOrd="0" presId="urn:microsoft.com/office/officeart/2005/8/layout/hierarchy1"/>
    <dgm:cxn modelId="{93057DB7-2AFA-4999-9BAE-34E99D7FFD21}" type="presParOf" srcId="{FF975A8A-A6E4-464D-A465-B0B0A8FA6298}" destId="{E054287E-2EDA-4F45-8881-474289A89807}" srcOrd="1" destOrd="0" presId="urn:microsoft.com/office/officeart/2005/8/layout/hierarchy1"/>
    <dgm:cxn modelId="{23B16522-504C-4228-8FE9-D6F5C82E6440}" type="presParOf" srcId="{679C9285-AF52-4C0F-ABA8-20295F443976}" destId="{713397BD-FCE0-4530-899B-DE48D218C25C}" srcOrd="1" destOrd="0" presId="urn:microsoft.com/office/officeart/2005/8/layout/hierarchy1"/>
    <dgm:cxn modelId="{9A45131C-20F6-405B-8C4E-4F79E0F55285}" type="presParOf" srcId="{9835F437-7913-45BE-A249-DEDDA2A16F91}" destId="{92B647D3-B893-41C6-B747-2F0E645F2725}" srcOrd="1" destOrd="0" presId="urn:microsoft.com/office/officeart/2005/8/layout/hierarchy1"/>
    <dgm:cxn modelId="{9C97FF1E-C505-4374-AF91-489D8531B79D}" type="presParOf" srcId="{92B647D3-B893-41C6-B747-2F0E645F2725}" destId="{B5E13132-CE42-4569-AD2A-0C93593EACE7}" srcOrd="0" destOrd="0" presId="urn:microsoft.com/office/officeart/2005/8/layout/hierarchy1"/>
    <dgm:cxn modelId="{58BCC236-0651-428F-88EE-D012AF61D535}" type="presParOf" srcId="{B5E13132-CE42-4569-AD2A-0C93593EACE7}" destId="{7D9D2DB1-1F90-4050-ACE0-23F45D3D8BD7}" srcOrd="0" destOrd="0" presId="urn:microsoft.com/office/officeart/2005/8/layout/hierarchy1"/>
    <dgm:cxn modelId="{16996C18-5676-4BD5-889D-1796BCE7301D}" type="presParOf" srcId="{B5E13132-CE42-4569-AD2A-0C93593EACE7}" destId="{59A655CB-2FB8-47C9-A23A-E6C57CF321E9}" srcOrd="1" destOrd="0" presId="urn:microsoft.com/office/officeart/2005/8/layout/hierarchy1"/>
    <dgm:cxn modelId="{A02888BE-7360-40DD-8B8F-BF38BF31824A}" type="presParOf" srcId="{92B647D3-B893-41C6-B747-2F0E645F2725}" destId="{AB9B980E-DFFA-42DA-AF62-89DCE195ADAC}"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74A72B0-45E1-4CC9-8CDD-2F6CB4037631}"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E868A3D3-1856-4AD2-9875-59132858C05F}">
      <dgm:prSet/>
      <dgm:spPr/>
      <dgm:t>
        <a:bodyPr/>
        <a:lstStyle/>
        <a:p>
          <a:r>
            <a:rPr lang="en-US"/>
            <a:t>Write tests before code</a:t>
          </a:r>
        </a:p>
      </dgm:t>
    </dgm:pt>
    <dgm:pt modelId="{E92C86A5-EF71-459C-A695-BEE83B67C5AE}" type="parTrans" cxnId="{9178F2E6-D000-4F05-B1E7-323930B9D2AF}">
      <dgm:prSet/>
      <dgm:spPr/>
      <dgm:t>
        <a:bodyPr/>
        <a:lstStyle/>
        <a:p>
          <a:endParaRPr lang="en-US"/>
        </a:p>
      </dgm:t>
    </dgm:pt>
    <dgm:pt modelId="{7528AE38-100A-45C8-B951-DEDDFD735830}" type="sibTrans" cxnId="{9178F2E6-D000-4F05-B1E7-323930B9D2AF}">
      <dgm:prSet/>
      <dgm:spPr/>
      <dgm:t>
        <a:bodyPr/>
        <a:lstStyle/>
        <a:p>
          <a:endParaRPr lang="en-US"/>
        </a:p>
      </dgm:t>
    </dgm:pt>
    <dgm:pt modelId="{0525A974-975D-40CA-AE49-574E49C7FAEF}">
      <dgm:prSet/>
      <dgm:spPr/>
      <dgm:t>
        <a:bodyPr/>
        <a:lstStyle/>
        <a:p>
          <a:r>
            <a:rPr lang="en-US"/>
            <a:t>Red-Green-Refactor cycle:</a:t>
          </a:r>
        </a:p>
      </dgm:t>
    </dgm:pt>
    <dgm:pt modelId="{4717736C-AF4D-4056-A1A4-0070C6AA745A}" type="parTrans" cxnId="{A798CC72-25E7-4AC5-A534-E78E5FEAE6B2}">
      <dgm:prSet/>
      <dgm:spPr/>
      <dgm:t>
        <a:bodyPr/>
        <a:lstStyle/>
        <a:p>
          <a:endParaRPr lang="en-US"/>
        </a:p>
      </dgm:t>
    </dgm:pt>
    <dgm:pt modelId="{A8FE55F5-B807-45D9-9FD4-0A9706B81B0C}" type="sibTrans" cxnId="{A798CC72-25E7-4AC5-A534-E78E5FEAE6B2}">
      <dgm:prSet/>
      <dgm:spPr/>
      <dgm:t>
        <a:bodyPr/>
        <a:lstStyle/>
        <a:p>
          <a:endParaRPr lang="en-US"/>
        </a:p>
      </dgm:t>
    </dgm:pt>
    <dgm:pt modelId="{3C9D6600-5B51-4125-81DC-C30B615EED46}">
      <dgm:prSet/>
      <dgm:spPr/>
      <dgm:t>
        <a:bodyPr/>
        <a:lstStyle/>
        <a:p>
          <a:r>
            <a:rPr lang="en-US"/>
            <a:t>1. Red – Write a failing test</a:t>
          </a:r>
        </a:p>
      </dgm:t>
    </dgm:pt>
    <dgm:pt modelId="{713081D7-80A9-4E24-BF75-AFC05700571E}" type="parTrans" cxnId="{C152C28B-63D4-4779-BEA4-7B1152E2798B}">
      <dgm:prSet/>
      <dgm:spPr/>
      <dgm:t>
        <a:bodyPr/>
        <a:lstStyle/>
        <a:p>
          <a:endParaRPr lang="en-US"/>
        </a:p>
      </dgm:t>
    </dgm:pt>
    <dgm:pt modelId="{58F74D13-D6CD-4E1A-8B4E-502C216D4EC8}" type="sibTrans" cxnId="{C152C28B-63D4-4779-BEA4-7B1152E2798B}">
      <dgm:prSet/>
      <dgm:spPr/>
      <dgm:t>
        <a:bodyPr/>
        <a:lstStyle/>
        <a:p>
          <a:endParaRPr lang="en-US"/>
        </a:p>
      </dgm:t>
    </dgm:pt>
    <dgm:pt modelId="{EDC1D92E-8682-4912-B490-C9823387B660}">
      <dgm:prSet/>
      <dgm:spPr/>
      <dgm:t>
        <a:bodyPr/>
        <a:lstStyle/>
        <a:p>
          <a:r>
            <a:rPr lang="en-US"/>
            <a:t>2. Green – Write code to pass test</a:t>
          </a:r>
        </a:p>
      </dgm:t>
    </dgm:pt>
    <dgm:pt modelId="{3BA13F9A-3B3A-4EBD-8F67-B7CD9849B119}" type="parTrans" cxnId="{58A7D7EC-171A-4D48-9D99-E279CCDB2FBC}">
      <dgm:prSet/>
      <dgm:spPr/>
      <dgm:t>
        <a:bodyPr/>
        <a:lstStyle/>
        <a:p>
          <a:endParaRPr lang="en-US"/>
        </a:p>
      </dgm:t>
    </dgm:pt>
    <dgm:pt modelId="{4AA656A6-287E-4D6D-81CD-A83034274D0D}" type="sibTrans" cxnId="{58A7D7EC-171A-4D48-9D99-E279CCDB2FBC}">
      <dgm:prSet/>
      <dgm:spPr/>
      <dgm:t>
        <a:bodyPr/>
        <a:lstStyle/>
        <a:p>
          <a:endParaRPr lang="en-US"/>
        </a:p>
      </dgm:t>
    </dgm:pt>
    <dgm:pt modelId="{A2BDE235-7C1F-4A8F-9702-EEC9C0451B3C}">
      <dgm:prSet/>
      <dgm:spPr/>
      <dgm:t>
        <a:bodyPr/>
        <a:lstStyle/>
        <a:p>
          <a:r>
            <a:rPr lang="en-US"/>
            <a:t>3. Refactor – Clean up code</a:t>
          </a:r>
        </a:p>
      </dgm:t>
    </dgm:pt>
    <dgm:pt modelId="{5519051D-B38B-49C4-A994-34CBD947FE2C}" type="parTrans" cxnId="{C05C7EB6-882C-48BF-A2B3-60083A3215AA}">
      <dgm:prSet/>
      <dgm:spPr/>
      <dgm:t>
        <a:bodyPr/>
        <a:lstStyle/>
        <a:p>
          <a:endParaRPr lang="en-US"/>
        </a:p>
      </dgm:t>
    </dgm:pt>
    <dgm:pt modelId="{6240C0F4-DC3E-41AB-8C8E-1BF213C090FE}" type="sibTrans" cxnId="{C05C7EB6-882C-48BF-A2B3-60083A3215AA}">
      <dgm:prSet/>
      <dgm:spPr/>
      <dgm:t>
        <a:bodyPr/>
        <a:lstStyle/>
        <a:p>
          <a:endParaRPr lang="en-US"/>
        </a:p>
      </dgm:t>
    </dgm:pt>
    <dgm:pt modelId="{D797A96D-DF2E-40EB-825C-A6259E99E82B}" type="pres">
      <dgm:prSet presAssocID="{174A72B0-45E1-4CC9-8CDD-2F6CB4037631}" presName="linear" presStyleCnt="0">
        <dgm:presLayoutVars>
          <dgm:animLvl val="lvl"/>
          <dgm:resizeHandles val="exact"/>
        </dgm:presLayoutVars>
      </dgm:prSet>
      <dgm:spPr/>
    </dgm:pt>
    <dgm:pt modelId="{EDD57A59-235D-4E35-8224-6BB1CB601CFC}" type="pres">
      <dgm:prSet presAssocID="{E868A3D3-1856-4AD2-9875-59132858C05F}" presName="parentText" presStyleLbl="node1" presStyleIdx="0" presStyleCnt="5">
        <dgm:presLayoutVars>
          <dgm:chMax val="0"/>
          <dgm:bulletEnabled val="1"/>
        </dgm:presLayoutVars>
      </dgm:prSet>
      <dgm:spPr/>
    </dgm:pt>
    <dgm:pt modelId="{59CBDF6F-87AC-4098-8C0F-EE0FA2D72685}" type="pres">
      <dgm:prSet presAssocID="{7528AE38-100A-45C8-B951-DEDDFD735830}" presName="spacer" presStyleCnt="0"/>
      <dgm:spPr/>
    </dgm:pt>
    <dgm:pt modelId="{8B643C31-3A68-4615-8FF5-6D56697E4CB9}" type="pres">
      <dgm:prSet presAssocID="{0525A974-975D-40CA-AE49-574E49C7FAEF}" presName="parentText" presStyleLbl="node1" presStyleIdx="1" presStyleCnt="5">
        <dgm:presLayoutVars>
          <dgm:chMax val="0"/>
          <dgm:bulletEnabled val="1"/>
        </dgm:presLayoutVars>
      </dgm:prSet>
      <dgm:spPr/>
    </dgm:pt>
    <dgm:pt modelId="{CC519E6B-760E-4E14-A5F7-1B418A8479DB}" type="pres">
      <dgm:prSet presAssocID="{A8FE55F5-B807-45D9-9FD4-0A9706B81B0C}" presName="spacer" presStyleCnt="0"/>
      <dgm:spPr/>
    </dgm:pt>
    <dgm:pt modelId="{EE031E0D-E28E-4425-8317-D259E778AC82}" type="pres">
      <dgm:prSet presAssocID="{3C9D6600-5B51-4125-81DC-C30B615EED46}" presName="parentText" presStyleLbl="node1" presStyleIdx="2" presStyleCnt="5">
        <dgm:presLayoutVars>
          <dgm:chMax val="0"/>
          <dgm:bulletEnabled val="1"/>
        </dgm:presLayoutVars>
      </dgm:prSet>
      <dgm:spPr/>
    </dgm:pt>
    <dgm:pt modelId="{5C7DD3A8-4194-416E-B582-396A3A88F07F}" type="pres">
      <dgm:prSet presAssocID="{58F74D13-D6CD-4E1A-8B4E-502C216D4EC8}" presName="spacer" presStyleCnt="0"/>
      <dgm:spPr/>
    </dgm:pt>
    <dgm:pt modelId="{881BB3C9-20C6-4D1C-96B2-DDE92F5B8B7A}" type="pres">
      <dgm:prSet presAssocID="{EDC1D92E-8682-4912-B490-C9823387B660}" presName="parentText" presStyleLbl="node1" presStyleIdx="3" presStyleCnt="5">
        <dgm:presLayoutVars>
          <dgm:chMax val="0"/>
          <dgm:bulletEnabled val="1"/>
        </dgm:presLayoutVars>
      </dgm:prSet>
      <dgm:spPr/>
    </dgm:pt>
    <dgm:pt modelId="{AEBF9E94-1375-4359-B0C4-8EC72E6DD7C1}" type="pres">
      <dgm:prSet presAssocID="{4AA656A6-287E-4D6D-81CD-A83034274D0D}" presName="spacer" presStyleCnt="0"/>
      <dgm:spPr/>
    </dgm:pt>
    <dgm:pt modelId="{CDAF899C-903D-4258-8FDD-49368B840D52}" type="pres">
      <dgm:prSet presAssocID="{A2BDE235-7C1F-4A8F-9702-EEC9C0451B3C}" presName="parentText" presStyleLbl="node1" presStyleIdx="4" presStyleCnt="5">
        <dgm:presLayoutVars>
          <dgm:chMax val="0"/>
          <dgm:bulletEnabled val="1"/>
        </dgm:presLayoutVars>
      </dgm:prSet>
      <dgm:spPr/>
    </dgm:pt>
  </dgm:ptLst>
  <dgm:cxnLst>
    <dgm:cxn modelId="{7B232312-2742-4603-8C7B-F93A9D8244FD}" type="presOf" srcId="{174A72B0-45E1-4CC9-8CDD-2F6CB4037631}" destId="{D797A96D-DF2E-40EB-825C-A6259E99E82B}" srcOrd="0" destOrd="0" presId="urn:microsoft.com/office/officeart/2005/8/layout/vList2"/>
    <dgm:cxn modelId="{5000B86B-29FC-4528-A96A-B0FAA9AA7D7C}" type="presOf" srcId="{0525A974-975D-40CA-AE49-574E49C7FAEF}" destId="{8B643C31-3A68-4615-8FF5-6D56697E4CB9}" srcOrd="0" destOrd="0" presId="urn:microsoft.com/office/officeart/2005/8/layout/vList2"/>
    <dgm:cxn modelId="{A798CC72-25E7-4AC5-A534-E78E5FEAE6B2}" srcId="{174A72B0-45E1-4CC9-8CDD-2F6CB4037631}" destId="{0525A974-975D-40CA-AE49-574E49C7FAEF}" srcOrd="1" destOrd="0" parTransId="{4717736C-AF4D-4056-A1A4-0070C6AA745A}" sibTransId="{A8FE55F5-B807-45D9-9FD4-0A9706B81B0C}"/>
    <dgm:cxn modelId="{C152C28B-63D4-4779-BEA4-7B1152E2798B}" srcId="{174A72B0-45E1-4CC9-8CDD-2F6CB4037631}" destId="{3C9D6600-5B51-4125-81DC-C30B615EED46}" srcOrd="2" destOrd="0" parTransId="{713081D7-80A9-4E24-BF75-AFC05700571E}" sibTransId="{58F74D13-D6CD-4E1A-8B4E-502C216D4EC8}"/>
    <dgm:cxn modelId="{C806589B-4870-47FA-869D-1B3D999FBA70}" type="presOf" srcId="{A2BDE235-7C1F-4A8F-9702-EEC9C0451B3C}" destId="{CDAF899C-903D-4258-8FDD-49368B840D52}" srcOrd="0" destOrd="0" presId="urn:microsoft.com/office/officeart/2005/8/layout/vList2"/>
    <dgm:cxn modelId="{C05C7EB6-882C-48BF-A2B3-60083A3215AA}" srcId="{174A72B0-45E1-4CC9-8CDD-2F6CB4037631}" destId="{A2BDE235-7C1F-4A8F-9702-EEC9C0451B3C}" srcOrd="4" destOrd="0" parTransId="{5519051D-B38B-49C4-A994-34CBD947FE2C}" sibTransId="{6240C0F4-DC3E-41AB-8C8E-1BF213C090FE}"/>
    <dgm:cxn modelId="{47ACACBE-DE66-4B14-AA14-944C389D5AE9}" type="presOf" srcId="{3C9D6600-5B51-4125-81DC-C30B615EED46}" destId="{EE031E0D-E28E-4425-8317-D259E778AC82}" srcOrd="0" destOrd="0" presId="urn:microsoft.com/office/officeart/2005/8/layout/vList2"/>
    <dgm:cxn modelId="{678806CC-7F1A-4862-BF63-B2437D768DCE}" type="presOf" srcId="{E868A3D3-1856-4AD2-9875-59132858C05F}" destId="{EDD57A59-235D-4E35-8224-6BB1CB601CFC}" srcOrd="0" destOrd="0" presId="urn:microsoft.com/office/officeart/2005/8/layout/vList2"/>
    <dgm:cxn modelId="{B122D5CC-1806-41F4-98C5-3352F2F36F0A}" type="presOf" srcId="{EDC1D92E-8682-4912-B490-C9823387B660}" destId="{881BB3C9-20C6-4D1C-96B2-DDE92F5B8B7A}" srcOrd="0" destOrd="0" presId="urn:microsoft.com/office/officeart/2005/8/layout/vList2"/>
    <dgm:cxn modelId="{9178F2E6-D000-4F05-B1E7-323930B9D2AF}" srcId="{174A72B0-45E1-4CC9-8CDD-2F6CB4037631}" destId="{E868A3D3-1856-4AD2-9875-59132858C05F}" srcOrd="0" destOrd="0" parTransId="{E92C86A5-EF71-459C-A695-BEE83B67C5AE}" sibTransId="{7528AE38-100A-45C8-B951-DEDDFD735830}"/>
    <dgm:cxn modelId="{58A7D7EC-171A-4D48-9D99-E279CCDB2FBC}" srcId="{174A72B0-45E1-4CC9-8CDD-2F6CB4037631}" destId="{EDC1D92E-8682-4912-B490-C9823387B660}" srcOrd="3" destOrd="0" parTransId="{3BA13F9A-3B3A-4EBD-8F67-B7CD9849B119}" sibTransId="{4AA656A6-287E-4D6D-81CD-A83034274D0D}"/>
    <dgm:cxn modelId="{9BBDA01E-28E3-47DB-8631-E6F4FCED197D}" type="presParOf" srcId="{D797A96D-DF2E-40EB-825C-A6259E99E82B}" destId="{EDD57A59-235D-4E35-8224-6BB1CB601CFC}" srcOrd="0" destOrd="0" presId="urn:microsoft.com/office/officeart/2005/8/layout/vList2"/>
    <dgm:cxn modelId="{A2B47461-4EF9-4DA0-AC28-8BE7432C65D4}" type="presParOf" srcId="{D797A96D-DF2E-40EB-825C-A6259E99E82B}" destId="{59CBDF6F-87AC-4098-8C0F-EE0FA2D72685}" srcOrd="1" destOrd="0" presId="urn:microsoft.com/office/officeart/2005/8/layout/vList2"/>
    <dgm:cxn modelId="{F23D2ED4-A710-452B-B4B7-5476A88E6156}" type="presParOf" srcId="{D797A96D-DF2E-40EB-825C-A6259E99E82B}" destId="{8B643C31-3A68-4615-8FF5-6D56697E4CB9}" srcOrd="2" destOrd="0" presId="urn:microsoft.com/office/officeart/2005/8/layout/vList2"/>
    <dgm:cxn modelId="{448AD637-759C-41E2-B0F0-46225F14B4C9}" type="presParOf" srcId="{D797A96D-DF2E-40EB-825C-A6259E99E82B}" destId="{CC519E6B-760E-4E14-A5F7-1B418A8479DB}" srcOrd="3" destOrd="0" presId="urn:microsoft.com/office/officeart/2005/8/layout/vList2"/>
    <dgm:cxn modelId="{46576155-19C9-4317-9832-288EC888695D}" type="presParOf" srcId="{D797A96D-DF2E-40EB-825C-A6259E99E82B}" destId="{EE031E0D-E28E-4425-8317-D259E778AC82}" srcOrd="4" destOrd="0" presId="urn:microsoft.com/office/officeart/2005/8/layout/vList2"/>
    <dgm:cxn modelId="{F5918A67-6B0E-49FF-B4E2-1CFD688E07D4}" type="presParOf" srcId="{D797A96D-DF2E-40EB-825C-A6259E99E82B}" destId="{5C7DD3A8-4194-416E-B582-396A3A88F07F}" srcOrd="5" destOrd="0" presId="urn:microsoft.com/office/officeart/2005/8/layout/vList2"/>
    <dgm:cxn modelId="{E9EAD148-739D-4DE3-AEB3-DDD114623B92}" type="presParOf" srcId="{D797A96D-DF2E-40EB-825C-A6259E99E82B}" destId="{881BB3C9-20C6-4D1C-96B2-DDE92F5B8B7A}" srcOrd="6" destOrd="0" presId="urn:microsoft.com/office/officeart/2005/8/layout/vList2"/>
    <dgm:cxn modelId="{1A25298D-D835-4C8D-9827-9D0B19DCDA47}" type="presParOf" srcId="{D797A96D-DF2E-40EB-825C-A6259E99E82B}" destId="{AEBF9E94-1375-4359-B0C4-8EC72E6DD7C1}" srcOrd="7" destOrd="0" presId="urn:microsoft.com/office/officeart/2005/8/layout/vList2"/>
    <dgm:cxn modelId="{5284612C-B3AF-4B29-96F9-436C6EC4B735}" type="presParOf" srcId="{D797A96D-DF2E-40EB-825C-A6259E99E82B}" destId="{CDAF899C-903D-4258-8FDD-49368B840D52}" srcOrd="8"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1861D33-5B6E-4EAB-B174-83BABA3CA171}"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176A1337-7CC3-4CE8-9268-F5090C541D4B}">
      <dgm:prSet/>
      <dgm:spPr/>
      <dgm:t>
        <a:bodyPr/>
        <a:lstStyle/>
        <a:p>
          <a:r>
            <a:rPr lang="en-US"/>
            <a:t>Write test → Run test (fails) → Write code → Run test (passes) → Refactor</a:t>
          </a:r>
        </a:p>
      </dgm:t>
    </dgm:pt>
    <dgm:pt modelId="{675A5164-D5B3-4547-AD28-9E929A752E1D}" type="parTrans" cxnId="{56AC0771-8E8C-4F85-9B58-026ACA7045D1}">
      <dgm:prSet/>
      <dgm:spPr/>
      <dgm:t>
        <a:bodyPr/>
        <a:lstStyle/>
        <a:p>
          <a:endParaRPr lang="en-US"/>
        </a:p>
      </dgm:t>
    </dgm:pt>
    <dgm:pt modelId="{900DD2F8-3CF0-43E1-BC3A-88102C114B5E}" type="sibTrans" cxnId="{56AC0771-8E8C-4F85-9B58-026ACA7045D1}">
      <dgm:prSet/>
      <dgm:spPr/>
      <dgm:t>
        <a:bodyPr/>
        <a:lstStyle/>
        <a:p>
          <a:endParaRPr lang="en-US"/>
        </a:p>
      </dgm:t>
    </dgm:pt>
    <dgm:pt modelId="{DFE885E7-509D-4302-B338-1B3D4C1B43F7}">
      <dgm:prSet/>
      <dgm:spPr/>
      <dgm:t>
        <a:bodyPr/>
        <a:lstStyle/>
        <a:p>
          <a:r>
            <a:rPr lang="en-US"/>
            <a:t>Diagram: Red-Green-Refactor loop</a:t>
          </a:r>
        </a:p>
      </dgm:t>
    </dgm:pt>
    <dgm:pt modelId="{769429F2-018B-4ED1-85EA-ED27B17724AE}" type="parTrans" cxnId="{E498F1ED-484B-4757-AAEE-075FADDA2D7E}">
      <dgm:prSet/>
      <dgm:spPr/>
      <dgm:t>
        <a:bodyPr/>
        <a:lstStyle/>
        <a:p>
          <a:endParaRPr lang="en-US"/>
        </a:p>
      </dgm:t>
    </dgm:pt>
    <dgm:pt modelId="{024D4C27-EBD6-42DC-A728-A2ED96B0ED92}" type="sibTrans" cxnId="{E498F1ED-484B-4757-AAEE-075FADDA2D7E}">
      <dgm:prSet/>
      <dgm:spPr/>
      <dgm:t>
        <a:bodyPr/>
        <a:lstStyle/>
        <a:p>
          <a:endParaRPr lang="en-US"/>
        </a:p>
      </dgm:t>
    </dgm:pt>
    <dgm:pt modelId="{3F5109D3-28E2-4CEA-B89A-DC2B84C9CB6E}" type="pres">
      <dgm:prSet presAssocID="{41861D33-5B6E-4EAB-B174-83BABA3CA171}" presName="root" presStyleCnt="0">
        <dgm:presLayoutVars>
          <dgm:dir/>
          <dgm:resizeHandles val="exact"/>
        </dgm:presLayoutVars>
      </dgm:prSet>
      <dgm:spPr/>
    </dgm:pt>
    <dgm:pt modelId="{81C20A82-CD00-461C-B045-E826EADA5872}" type="pres">
      <dgm:prSet presAssocID="{176A1337-7CC3-4CE8-9268-F5090C541D4B}" presName="compNode" presStyleCnt="0"/>
      <dgm:spPr/>
    </dgm:pt>
    <dgm:pt modelId="{7820A314-3351-461A-AA0B-8BD5B9A55DD5}" type="pres">
      <dgm:prSet presAssocID="{176A1337-7CC3-4CE8-9268-F5090C541D4B}"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Flowchart"/>
        </a:ext>
      </dgm:extLst>
    </dgm:pt>
    <dgm:pt modelId="{E2F3C51A-CF66-4217-8DED-CE43D252ED93}" type="pres">
      <dgm:prSet presAssocID="{176A1337-7CC3-4CE8-9268-F5090C541D4B}" presName="spaceRect" presStyleCnt="0"/>
      <dgm:spPr/>
    </dgm:pt>
    <dgm:pt modelId="{3834028E-7D1A-409D-B27D-6516E0C87631}" type="pres">
      <dgm:prSet presAssocID="{176A1337-7CC3-4CE8-9268-F5090C541D4B}" presName="textRect" presStyleLbl="revTx" presStyleIdx="0" presStyleCnt="2">
        <dgm:presLayoutVars>
          <dgm:chMax val="1"/>
          <dgm:chPref val="1"/>
        </dgm:presLayoutVars>
      </dgm:prSet>
      <dgm:spPr/>
    </dgm:pt>
    <dgm:pt modelId="{D461A9BC-9F6E-4A42-B589-4A657DC7B91D}" type="pres">
      <dgm:prSet presAssocID="{900DD2F8-3CF0-43E1-BC3A-88102C114B5E}" presName="sibTrans" presStyleCnt="0"/>
      <dgm:spPr/>
    </dgm:pt>
    <dgm:pt modelId="{84AAD9B9-91E4-4A83-B6DC-FBB0D6967203}" type="pres">
      <dgm:prSet presAssocID="{DFE885E7-509D-4302-B338-1B3D4C1B43F7}" presName="compNode" presStyleCnt="0"/>
      <dgm:spPr/>
    </dgm:pt>
    <dgm:pt modelId="{9C8AFCAC-FF60-4985-B4DD-234F00ACEF91}" type="pres">
      <dgm:prSet presAssocID="{DFE885E7-509D-4302-B338-1B3D4C1B43F7}"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ircular Flowchart"/>
        </a:ext>
      </dgm:extLst>
    </dgm:pt>
    <dgm:pt modelId="{71DEA4B9-BEBD-4CB9-80F1-2F52D03858D3}" type="pres">
      <dgm:prSet presAssocID="{DFE885E7-509D-4302-B338-1B3D4C1B43F7}" presName="spaceRect" presStyleCnt="0"/>
      <dgm:spPr/>
    </dgm:pt>
    <dgm:pt modelId="{42313ED1-E452-44C4-A3AA-31E8143BAB94}" type="pres">
      <dgm:prSet presAssocID="{DFE885E7-509D-4302-B338-1B3D4C1B43F7}" presName="textRect" presStyleLbl="revTx" presStyleIdx="1" presStyleCnt="2">
        <dgm:presLayoutVars>
          <dgm:chMax val="1"/>
          <dgm:chPref val="1"/>
        </dgm:presLayoutVars>
      </dgm:prSet>
      <dgm:spPr/>
    </dgm:pt>
  </dgm:ptLst>
  <dgm:cxnLst>
    <dgm:cxn modelId="{9C59225D-A635-4C56-89CB-67239CDFDE5F}" type="presOf" srcId="{176A1337-7CC3-4CE8-9268-F5090C541D4B}" destId="{3834028E-7D1A-409D-B27D-6516E0C87631}" srcOrd="0" destOrd="0" presId="urn:microsoft.com/office/officeart/2018/2/layout/IconLabelList"/>
    <dgm:cxn modelId="{7BF03E44-3CF6-4602-8580-C5FA8F0B7818}" type="presOf" srcId="{41861D33-5B6E-4EAB-B174-83BABA3CA171}" destId="{3F5109D3-28E2-4CEA-B89A-DC2B84C9CB6E}" srcOrd="0" destOrd="0" presId="urn:microsoft.com/office/officeart/2018/2/layout/IconLabelList"/>
    <dgm:cxn modelId="{DA9D2065-3E99-48F6-B009-7ADA05A3A060}" type="presOf" srcId="{DFE885E7-509D-4302-B338-1B3D4C1B43F7}" destId="{42313ED1-E452-44C4-A3AA-31E8143BAB94}" srcOrd="0" destOrd="0" presId="urn:microsoft.com/office/officeart/2018/2/layout/IconLabelList"/>
    <dgm:cxn modelId="{56AC0771-8E8C-4F85-9B58-026ACA7045D1}" srcId="{41861D33-5B6E-4EAB-B174-83BABA3CA171}" destId="{176A1337-7CC3-4CE8-9268-F5090C541D4B}" srcOrd="0" destOrd="0" parTransId="{675A5164-D5B3-4547-AD28-9E929A752E1D}" sibTransId="{900DD2F8-3CF0-43E1-BC3A-88102C114B5E}"/>
    <dgm:cxn modelId="{E498F1ED-484B-4757-AAEE-075FADDA2D7E}" srcId="{41861D33-5B6E-4EAB-B174-83BABA3CA171}" destId="{DFE885E7-509D-4302-B338-1B3D4C1B43F7}" srcOrd="1" destOrd="0" parTransId="{769429F2-018B-4ED1-85EA-ED27B17724AE}" sibTransId="{024D4C27-EBD6-42DC-A728-A2ED96B0ED92}"/>
    <dgm:cxn modelId="{52E62C3F-5D3D-4842-908E-E06F3CD1FA90}" type="presParOf" srcId="{3F5109D3-28E2-4CEA-B89A-DC2B84C9CB6E}" destId="{81C20A82-CD00-461C-B045-E826EADA5872}" srcOrd="0" destOrd="0" presId="urn:microsoft.com/office/officeart/2018/2/layout/IconLabelList"/>
    <dgm:cxn modelId="{FB246DBA-5A48-459E-BA68-8587D06784E6}" type="presParOf" srcId="{81C20A82-CD00-461C-B045-E826EADA5872}" destId="{7820A314-3351-461A-AA0B-8BD5B9A55DD5}" srcOrd="0" destOrd="0" presId="urn:microsoft.com/office/officeart/2018/2/layout/IconLabelList"/>
    <dgm:cxn modelId="{41A06B7D-6014-489C-AC8A-4489976B7044}" type="presParOf" srcId="{81C20A82-CD00-461C-B045-E826EADA5872}" destId="{E2F3C51A-CF66-4217-8DED-CE43D252ED93}" srcOrd="1" destOrd="0" presId="urn:microsoft.com/office/officeart/2018/2/layout/IconLabelList"/>
    <dgm:cxn modelId="{6F918F91-21C7-4D7D-8429-BEE638136E03}" type="presParOf" srcId="{81C20A82-CD00-461C-B045-E826EADA5872}" destId="{3834028E-7D1A-409D-B27D-6516E0C87631}" srcOrd="2" destOrd="0" presId="urn:microsoft.com/office/officeart/2018/2/layout/IconLabelList"/>
    <dgm:cxn modelId="{851B6859-90C0-4DAD-90D2-D74F65F85640}" type="presParOf" srcId="{3F5109D3-28E2-4CEA-B89A-DC2B84C9CB6E}" destId="{D461A9BC-9F6E-4A42-B589-4A657DC7B91D}" srcOrd="1" destOrd="0" presId="urn:microsoft.com/office/officeart/2018/2/layout/IconLabelList"/>
    <dgm:cxn modelId="{E8ABFE29-7B18-46A5-A238-DFBF5423C703}" type="presParOf" srcId="{3F5109D3-28E2-4CEA-B89A-DC2B84C9CB6E}" destId="{84AAD9B9-91E4-4A83-B6DC-FBB0D6967203}" srcOrd="2" destOrd="0" presId="urn:microsoft.com/office/officeart/2018/2/layout/IconLabelList"/>
    <dgm:cxn modelId="{B1063768-2BA1-4034-BD0B-D90E2C5C2F31}" type="presParOf" srcId="{84AAD9B9-91E4-4A83-B6DC-FBB0D6967203}" destId="{9C8AFCAC-FF60-4985-B4DD-234F00ACEF91}" srcOrd="0" destOrd="0" presId="urn:microsoft.com/office/officeart/2018/2/layout/IconLabelList"/>
    <dgm:cxn modelId="{B8257824-52B4-445D-8FBC-FF45662EAD62}" type="presParOf" srcId="{84AAD9B9-91E4-4A83-B6DC-FBB0D6967203}" destId="{71DEA4B9-BEBD-4CB9-80F1-2F52D03858D3}" srcOrd="1" destOrd="0" presId="urn:microsoft.com/office/officeart/2018/2/layout/IconLabelList"/>
    <dgm:cxn modelId="{1B3E6B09-88C8-4F57-97BE-5DB906809A96}" type="presParOf" srcId="{84AAD9B9-91E4-4A83-B6DC-FBB0D6967203}" destId="{42313ED1-E452-44C4-A3AA-31E8143BAB94}"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0D36407-E1AE-4320-BC91-4121FAC0EDCF}"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A828EC0-2F40-4BE4-94DB-B29BA399B3B0}">
      <dgm:prSet/>
      <dgm:spPr/>
      <dgm:t>
        <a:bodyPr/>
        <a:lstStyle/>
        <a:p>
          <a:pPr>
            <a:defRPr cap="all"/>
          </a:pPr>
          <a:r>
            <a:rPr lang="en-US"/>
            <a:t>• Better code quality</a:t>
          </a:r>
        </a:p>
      </dgm:t>
    </dgm:pt>
    <dgm:pt modelId="{3C2E32E1-2BDE-4986-8F4B-149C6D6FB8A6}" type="parTrans" cxnId="{95C4E577-8B63-4704-9C6C-973F93D9E8CE}">
      <dgm:prSet/>
      <dgm:spPr/>
      <dgm:t>
        <a:bodyPr/>
        <a:lstStyle/>
        <a:p>
          <a:endParaRPr lang="en-US"/>
        </a:p>
      </dgm:t>
    </dgm:pt>
    <dgm:pt modelId="{A91B8B2E-A4DF-4FBF-AC8A-CFD83AA2F607}" type="sibTrans" cxnId="{95C4E577-8B63-4704-9C6C-973F93D9E8CE}">
      <dgm:prSet/>
      <dgm:spPr/>
      <dgm:t>
        <a:bodyPr/>
        <a:lstStyle/>
        <a:p>
          <a:endParaRPr lang="en-US"/>
        </a:p>
      </dgm:t>
    </dgm:pt>
    <dgm:pt modelId="{880EBAED-4199-40B2-B5C0-DEFDE19A438F}">
      <dgm:prSet/>
      <dgm:spPr/>
      <dgm:t>
        <a:bodyPr/>
        <a:lstStyle/>
        <a:p>
          <a:pPr>
            <a:defRPr cap="all"/>
          </a:pPr>
          <a:r>
            <a:rPr lang="en-US"/>
            <a:t>• Fewer bugs</a:t>
          </a:r>
        </a:p>
      </dgm:t>
    </dgm:pt>
    <dgm:pt modelId="{32C475A2-5C11-4B33-A670-083C1CF3DADD}" type="parTrans" cxnId="{0D422361-1B0C-49DF-96CC-12AC15CE529B}">
      <dgm:prSet/>
      <dgm:spPr/>
      <dgm:t>
        <a:bodyPr/>
        <a:lstStyle/>
        <a:p>
          <a:endParaRPr lang="en-US"/>
        </a:p>
      </dgm:t>
    </dgm:pt>
    <dgm:pt modelId="{13A14746-08E1-4514-91C4-F50FF843EDF3}" type="sibTrans" cxnId="{0D422361-1B0C-49DF-96CC-12AC15CE529B}">
      <dgm:prSet/>
      <dgm:spPr/>
      <dgm:t>
        <a:bodyPr/>
        <a:lstStyle/>
        <a:p>
          <a:endParaRPr lang="en-US"/>
        </a:p>
      </dgm:t>
    </dgm:pt>
    <dgm:pt modelId="{6DB25D61-9202-403F-A08B-A59BDE2A5C90}">
      <dgm:prSet/>
      <dgm:spPr/>
      <dgm:t>
        <a:bodyPr/>
        <a:lstStyle/>
        <a:p>
          <a:pPr>
            <a:defRPr cap="all"/>
          </a:pPr>
          <a:r>
            <a:rPr lang="en-US"/>
            <a:t>• Easier maintenance</a:t>
          </a:r>
        </a:p>
      </dgm:t>
    </dgm:pt>
    <dgm:pt modelId="{29C2C6A5-9940-43D0-B77A-4EFA3C670415}" type="parTrans" cxnId="{E78C2430-A871-4635-A3D5-C6A947FAB203}">
      <dgm:prSet/>
      <dgm:spPr/>
      <dgm:t>
        <a:bodyPr/>
        <a:lstStyle/>
        <a:p>
          <a:endParaRPr lang="en-US"/>
        </a:p>
      </dgm:t>
    </dgm:pt>
    <dgm:pt modelId="{31BEB195-EBF2-4BF3-B552-D96F71DDD4F3}" type="sibTrans" cxnId="{E78C2430-A871-4635-A3D5-C6A947FAB203}">
      <dgm:prSet/>
      <dgm:spPr/>
      <dgm:t>
        <a:bodyPr/>
        <a:lstStyle/>
        <a:p>
          <a:endParaRPr lang="en-US"/>
        </a:p>
      </dgm:t>
    </dgm:pt>
    <dgm:pt modelId="{48E9F1AD-7A9C-4B07-9A93-9CD5919C177D}">
      <dgm:prSet/>
      <dgm:spPr/>
      <dgm:t>
        <a:bodyPr/>
        <a:lstStyle/>
        <a:p>
          <a:pPr>
            <a:defRPr cap="all"/>
          </a:pPr>
          <a:r>
            <a:rPr lang="en-US"/>
            <a:t>• Confidence in refactoring</a:t>
          </a:r>
        </a:p>
      </dgm:t>
    </dgm:pt>
    <dgm:pt modelId="{6EBF4146-92DE-4BE2-AE7A-239F533466CF}" type="parTrans" cxnId="{EC4AD487-1D79-4D55-BE73-15063F7F78A8}">
      <dgm:prSet/>
      <dgm:spPr/>
      <dgm:t>
        <a:bodyPr/>
        <a:lstStyle/>
        <a:p>
          <a:endParaRPr lang="en-US"/>
        </a:p>
      </dgm:t>
    </dgm:pt>
    <dgm:pt modelId="{1254D078-C81C-4C89-BCA3-EC75A19339A1}" type="sibTrans" cxnId="{EC4AD487-1D79-4D55-BE73-15063F7F78A8}">
      <dgm:prSet/>
      <dgm:spPr/>
      <dgm:t>
        <a:bodyPr/>
        <a:lstStyle/>
        <a:p>
          <a:endParaRPr lang="en-US"/>
        </a:p>
      </dgm:t>
    </dgm:pt>
    <dgm:pt modelId="{24233E1E-2E09-4774-ABF9-C8BCE0A11F73}" type="pres">
      <dgm:prSet presAssocID="{10D36407-E1AE-4320-BC91-4121FAC0EDCF}" presName="root" presStyleCnt="0">
        <dgm:presLayoutVars>
          <dgm:dir/>
          <dgm:resizeHandles val="exact"/>
        </dgm:presLayoutVars>
      </dgm:prSet>
      <dgm:spPr/>
    </dgm:pt>
    <dgm:pt modelId="{5D418EF3-D4D0-4C4E-859A-6816CA65FFB1}" type="pres">
      <dgm:prSet presAssocID="{0A828EC0-2F40-4BE4-94DB-B29BA399B3B0}" presName="compNode" presStyleCnt="0"/>
      <dgm:spPr/>
    </dgm:pt>
    <dgm:pt modelId="{7FCD9A9A-F549-44D8-B2CC-3EB91548626A}" type="pres">
      <dgm:prSet presAssocID="{0A828EC0-2F40-4BE4-94DB-B29BA399B3B0}" presName="iconBgRect" presStyleLbl="bgShp" presStyleIdx="0" presStyleCnt="4"/>
      <dgm:spPr>
        <a:prstGeom prst="round2DiagRect">
          <a:avLst>
            <a:gd name="adj1" fmla="val 29727"/>
            <a:gd name="adj2" fmla="val 0"/>
          </a:avLst>
        </a:prstGeom>
      </dgm:spPr>
    </dgm:pt>
    <dgm:pt modelId="{C23721D7-399F-4419-A1EB-5984CCFC2040}" type="pres">
      <dgm:prSet presAssocID="{0A828EC0-2F40-4BE4-94DB-B29BA399B3B0}"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rcode"/>
        </a:ext>
      </dgm:extLst>
    </dgm:pt>
    <dgm:pt modelId="{783366FF-FDAF-4A0B-A086-EA920539C4E7}" type="pres">
      <dgm:prSet presAssocID="{0A828EC0-2F40-4BE4-94DB-B29BA399B3B0}" presName="spaceRect" presStyleCnt="0"/>
      <dgm:spPr/>
    </dgm:pt>
    <dgm:pt modelId="{01EA33FF-6765-454A-A97F-27CE1AD20493}" type="pres">
      <dgm:prSet presAssocID="{0A828EC0-2F40-4BE4-94DB-B29BA399B3B0}" presName="textRect" presStyleLbl="revTx" presStyleIdx="0" presStyleCnt="4">
        <dgm:presLayoutVars>
          <dgm:chMax val="1"/>
          <dgm:chPref val="1"/>
        </dgm:presLayoutVars>
      </dgm:prSet>
      <dgm:spPr/>
    </dgm:pt>
    <dgm:pt modelId="{C0C6B0B8-1E80-498B-99A8-27FEA8D62707}" type="pres">
      <dgm:prSet presAssocID="{A91B8B2E-A4DF-4FBF-AC8A-CFD83AA2F607}" presName="sibTrans" presStyleCnt="0"/>
      <dgm:spPr/>
    </dgm:pt>
    <dgm:pt modelId="{E7EDF984-69E2-4408-ADC5-EA62B3BD501A}" type="pres">
      <dgm:prSet presAssocID="{880EBAED-4199-40B2-B5C0-DEFDE19A438F}" presName="compNode" presStyleCnt="0"/>
      <dgm:spPr/>
    </dgm:pt>
    <dgm:pt modelId="{73C2F394-CE22-4E0F-AAA7-005B11F7C4CF}" type="pres">
      <dgm:prSet presAssocID="{880EBAED-4199-40B2-B5C0-DEFDE19A438F}" presName="iconBgRect" presStyleLbl="bgShp" presStyleIdx="1" presStyleCnt="4"/>
      <dgm:spPr>
        <a:prstGeom prst="round2DiagRect">
          <a:avLst>
            <a:gd name="adj1" fmla="val 29727"/>
            <a:gd name="adj2" fmla="val 0"/>
          </a:avLst>
        </a:prstGeom>
      </dgm:spPr>
    </dgm:pt>
    <dgm:pt modelId="{2714CE5B-F0AA-4BF0-ABF3-DEF127AB9C8D}" type="pres">
      <dgm:prSet presAssocID="{880EBAED-4199-40B2-B5C0-DEFDE19A438F}"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g"/>
        </a:ext>
      </dgm:extLst>
    </dgm:pt>
    <dgm:pt modelId="{6064EC3A-1194-4118-9129-8FCF32997EF0}" type="pres">
      <dgm:prSet presAssocID="{880EBAED-4199-40B2-B5C0-DEFDE19A438F}" presName="spaceRect" presStyleCnt="0"/>
      <dgm:spPr/>
    </dgm:pt>
    <dgm:pt modelId="{2F120230-A20D-424D-83A3-328088E02E0F}" type="pres">
      <dgm:prSet presAssocID="{880EBAED-4199-40B2-B5C0-DEFDE19A438F}" presName="textRect" presStyleLbl="revTx" presStyleIdx="1" presStyleCnt="4">
        <dgm:presLayoutVars>
          <dgm:chMax val="1"/>
          <dgm:chPref val="1"/>
        </dgm:presLayoutVars>
      </dgm:prSet>
      <dgm:spPr/>
    </dgm:pt>
    <dgm:pt modelId="{3F2CEC70-51A3-4BDA-994A-7152019E727A}" type="pres">
      <dgm:prSet presAssocID="{13A14746-08E1-4514-91C4-F50FF843EDF3}" presName="sibTrans" presStyleCnt="0"/>
      <dgm:spPr/>
    </dgm:pt>
    <dgm:pt modelId="{C149CFF4-FA89-4AFD-80A3-5E2E1B649FC8}" type="pres">
      <dgm:prSet presAssocID="{6DB25D61-9202-403F-A08B-A59BDE2A5C90}" presName="compNode" presStyleCnt="0"/>
      <dgm:spPr/>
    </dgm:pt>
    <dgm:pt modelId="{D8E972E1-4CCE-4426-8AEA-A60CAE98F324}" type="pres">
      <dgm:prSet presAssocID="{6DB25D61-9202-403F-A08B-A59BDE2A5C90}" presName="iconBgRect" presStyleLbl="bgShp" presStyleIdx="2" presStyleCnt="4"/>
      <dgm:spPr>
        <a:prstGeom prst="round2DiagRect">
          <a:avLst>
            <a:gd name="adj1" fmla="val 29727"/>
            <a:gd name="adj2" fmla="val 0"/>
          </a:avLst>
        </a:prstGeom>
      </dgm:spPr>
    </dgm:pt>
    <dgm:pt modelId="{F99807D1-E3AE-417A-B9CA-DF9E111DF447}" type="pres">
      <dgm:prSet presAssocID="{6DB25D61-9202-403F-A08B-A59BDE2A5C90}"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ools"/>
        </a:ext>
      </dgm:extLst>
    </dgm:pt>
    <dgm:pt modelId="{63475928-53A1-43B9-8D15-A2D3BA277AB4}" type="pres">
      <dgm:prSet presAssocID="{6DB25D61-9202-403F-A08B-A59BDE2A5C90}" presName="spaceRect" presStyleCnt="0"/>
      <dgm:spPr/>
    </dgm:pt>
    <dgm:pt modelId="{D8733B0D-8B2C-4599-8926-3E7B93752AF3}" type="pres">
      <dgm:prSet presAssocID="{6DB25D61-9202-403F-A08B-A59BDE2A5C90}" presName="textRect" presStyleLbl="revTx" presStyleIdx="2" presStyleCnt="4">
        <dgm:presLayoutVars>
          <dgm:chMax val="1"/>
          <dgm:chPref val="1"/>
        </dgm:presLayoutVars>
      </dgm:prSet>
      <dgm:spPr/>
    </dgm:pt>
    <dgm:pt modelId="{7FAC43CE-5C10-48BB-88C2-0654378F951C}" type="pres">
      <dgm:prSet presAssocID="{31BEB195-EBF2-4BF3-B552-D96F71DDD4F3}" presName="sibTrans" presStyleCnt="0"/>
      <dgm:spPr/>
    </dgm:pt>
    <dgm:pt modelId="{979FB72E-9585-47FA-9DB2-21A4E1880C8B}" type="pres">
      <dgm:prSet presAssocID="{48E9F1AD-7A9C-4B07-9A93-9CD5919C177D}" presName="compNode" presStyleCnt="0"/>
      <dgm:spPr/>
    </dgm:pt>
    <dgm:pt modelId="{2345DAC5-DAD8-40DE-8BC9-4B4AE3CCE146}" type="pres">
      <dgm:prSet presAssocID="{48E9F1AD-7A9C-4B07-9A93-9CD5919C177D}" presName="iconBgRect" presStyleLbl="bgShp" presStyleIdx="3" presStyleCnt="4"/>
      <dgm:spPr>
        <a:prstGeom prst="round2DiagRect">
          <a:avLst>
            <a:gd name="adj1" fmla="val 29727"/>
            <a:gd name="adj2" fmla="val 0"/>
          </a:avLst>
        </a:prstGeom>
      </dgm:spPr>
    </dgm:pt>
    <dgm:pt modelId="{10032E7D-9026-4853-B997-2983C3E91AF0}" type="pres">
      <dgm:prSet presAssocID="{48E9F1AD-7A9C-4B07-9A93-9CD5919C177D}"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ngel Face Outline"/>
        </a:ext>
      </dgm:extLst>
    </dgm:pt>
    <dgm:pt modelId="{354B7844-18CB-41E0-B38E-28FFFFA8B6B7}" type="pres">
      <dgm:prSet presAssocID="{48E9F1AD-7A9C-4B07-9A93-9CD5919C177D}" presName="spaceRect" presStyleCnt="0"/>
      <dgm:spPr/>
    </dgm:pt>
    <dgm:pt modelId="{FFD23125-6920-44F2-A4C6-290827629165}" type="pres">
      <dgm:prSet presAssocID="{48E9F1AD-7A9C-4B07-9A93-9CD5919C177D}" presName="textRect" presStyleLbl="revTx" presStyleIdx="3" presStyleCnt="4">
        <dgm:presLayoutVars>
          <dgm:chMax val="1"/>
          <dgm:chPref val="1"/>
        </dgm:presLayoutVars>
      </dgm:prSet>
      <dgm:spPr/>
    </dgm:pt>
  </dgm:ptLst>
  <dgm:cxnLst>
    <dgm:cxn modelId="{EFC6F319-7F40-46E0-BC39-A3FCD1EACD1C}" type="presOf" srcId="{0A828EC0-2F40-4BE4-94DB-B29BA399B3B0}" destId="{01EA33FF-6765-454A-A97F-27CE1AD20493}" srcOrd="0" destOrd="0" presId="urn:microsoft.com/office/officeart/2018/5/layout/IconLeafLabelList"/>
    <dgm:cxn modelId="{E78C2430-A871-4635-A3D5-C6A947FAB203}" srcId="{10D36407-E1AE-4320-BC91-4121FAC0EDCF}" destId="{6DB25D61-9202-403F-A08B-A59BDE2A5C90}" srcOrd="2" destOrd="0" parTransId="{29C2C6A5-9940-43D0-B77A-4EFA3C670415}" sibTransId="{31BEB195-EBF2-4BF3-B552-D96F71DDD4F3}"/>
    <dgm:cxn modelId="{0D422361-1B0C-49DF-96CC-12AC15CE529B}" srcId="{10D36407-E1AE-4320-BC91-4121FAC0EDCF}" destId="{880EBAED-4199-40B2-B5C0-DEFDE19A438F}" srcOrd="1" destOrd="0" parTransId="{32C475A2-5C11-4B33-A670-083C1CF3DADD}" sibTransId="{13A14746-08E1-4514-91C4-F50FF843EDF3}"/>
    <dgm:cxn modelId="{2F6E4871-1C4C-4BBA-B4FF-8F6ABC5D5B0A}" type="presOf" srcId="{10D36407-E1AE-4320-BC91-4121FAC0EDCF}" destId="{24233E1E-2E09-4774-ABF9-C8BCE0A11F73}" srcOrd="0" destOrd="0" presId="urn:microsoft.com/office/officeart/2018/5/layout/IconLeafLabelList"/>
    <dgm:cxn modelId="{95C4E577-8B63-4704-9C6C-973F93D9E8CE}" srcId="{10D36407-E1AE-4320-BC91-4121FAC0EDCF}" destId="{0A828EC0-2F40-4BE4-94DB-B29BA399B3B0}" srcOrd="0" destOrd="0" parTransId="{3C2E32E1-2BDE-4986-8F4B-149C6D6FB8A6}" sibTransId="{A91B8B2E-A4DF-4FBF-AC8A-CFD83AA2F607}"/>
    <dgm:cxn modelId="{D5FA7478-96A0-4355-9E25-4BC2D4DF9B0E}" type="presOf" srcId="{6DB25D61-9202-403F-A08B-A59BDE2A5C90}" destId="{D8733B0D-8B2C-4599-8926-3E7B93752AF3}" srcOrd="0" destOrd="0" presId="urn:microsoft.com/office/officeart/2018/5/layout/IconLeafLabelList"/>
    <dgm:cxn modelId="{F0ED9C84-F5D3-4A13-9935-92E066D19D19}" type="presOf" srcId="{48E9F1AD-7A9C-4B07-9A93-9CD5919C177D}" destId="{FFD23125-6920-44F2-A4C6-290827629165}" srcOrd="0" destOrd="0" presId="urn:microsoft.com/office/officeart/2018/5/layout/IconLeafLabelList"/>
    <dgm:cxn modelId="{EC4AD487-1D79-4D55-BE73-15063F7F78A8}" srcId="{10D36407-E1AE-4320-BC91-4121FAC0EDCF}" destId="{48E9F1AD-7A9C-4B07-9A93-9CD5919C177D}" srcOrd="3" destOrd="0" parTransId="{6EBF4146-92DE-4BE2-AE7A-239F533466CF}" sibTransId="{1254D078-C81C-4C89-BCA3-EC75A19339A1}"/>
    <dgm:cxn modelId="{D88849C0-0B81-4ECF-9184-CA455D722E08}" type="presOf" srcId="{880EBAED-4199-40B2-B5C0-DEFDE19A438F}" destId="{2F120230-A20D-424D-83A3-328088E02E0F}" srcOrd="0" destOrd="0" presId="urn:microsoft.com/office/officeart/2018/5/layout/IconLeafLabelList"/>
    <dgm:cxn modelId="{A1E05D27-F91F-459D-8BA3-214B2610AF0C}" type="presParOf" srcId="{24233E1E-2E09-4774-ABF9-C8BCE0A11F73}" destId="{5D418EF3-D4D0-4C4E-859A-6816CA65FFB1}" srcOrd="0" destOrd="0" presId="urn:microsoft.com/office/officeart/2018/5/layout/IconLeafLabelList"/>
    <dgm:cxn modelId="{868197AE-03E6-4EB0-BC95-41509BA1E2DE}" type="presParOf" srcId="{5D418EF3-D4D0-4C4E-859A-6816CA65FFB1}" destId="{7FCD9A9A-F549-44D8-B2CC-3EB91548626A}" srcOrd="0" destOrd="0" presId="urn:microsoft.com/office/officeart/2018/5/layout/IconLeafLabelList"/>
    <dgm:cxn modelId="{CFFC1D7D-022B-4019-A588-165B06BC55FF}" type="presParOf" srcId="{5D418EF3-D4D0-4C4E-859A-6816CA65FFB1}" destId="{C23721D7-399F-4419-A1EB-5984CCFC2040}" srcOrd="1" destOrd="0" presId="urn:microsoft.com/office/officeart/2018/5/layout/IconLeafLabelList"/>
    <dgm:cxn modelId="{C3AD10BE-7C5A-4FC9-A0EE-5568F1B58755}" type="presParOf" srcId="{5D418EF3-D4D0-4C4E-859A-6816CA65FFB1}" destId="{783366FF-FDAF-4A0B-A086-EA920539C4E7}" srcOrd="2" destOrd="0" presId="urn:microsoft.com/office/officeart/2018/5/layout/IconLeafLabelList"/>
    <dgm:cxn modelId="{AF52B36B-4134-49C4-8E05-B298E163348E}" type="presParOf" srcId="{5D418EF3-D4D0-4C4E-859A-6816CA65FFB1}" destId="{01EA33FF-6765-454A-A97F-27CE1AD20493}" srcOrd="3" destOrd="0" presId="urn:microsoft.com/office/officeart/2018/5/layout/IconLeafLabelList"/>
    <dgm:cxn modelId="{C91504BE-5280-40F3-AC22-DE57A39A8F8B}" type="presParOf" srcId="{24233E1E-2E09-4774-ABF9-C8BCE0A11F73}" destId="{C0C6B0B8-1E80-498B-99A8-27FEA8D62707}" srcOrd="1" destOrd="0" presId="urn:microsoft.com/office/officeart/2018/5/layout/IconLeafLabelList"/>
    <dgm:cxn modelId="{893F5AEE-1825-4276-B5BE-220008B95FAE}" type="presParOf" srcId="{24233E1E-2E09-4774-ABF9-C8BCE0A11F73}" destId="{E7EDF984-69E2-4408-ADC5-EA62B3BD501A}" srcOrd="2" destOrd="0" presId="urn:microsoft.com/office/officeart/2018/5/layout/IconLeafLabelList"/>
    <dgm:cxn modelId="{3E650423-9D53-4771-B428-4D7070BB6EDD}" type="presParOf" srcId="{E7EDF984-69E2-4408-ADC5-EA62B3BD501A}" destId="{73C2F394-CE22-4E0F-AAA7-005B11F7C4CF}" srcOrd="0" destOrd="0" presId="urn:microsoft.com/office/officeart/2018/5/layout/IconLeafLabelList"/>
    <dgm:cxn modelId="{AD2A26AB-F541-40A7-851F-F3C19BC1A07E}" type="presParOf" srcId="{E7EDF984-69E2-4408-ADC5-EA62B3BD501A}" destId="{2714CE5B-F0AA-4BF0-ABF3-DEF127AB9C8D}" srcOrd="1" destOrd="0" presId="urn:microsoft.com/office/officeart/2018/5/layout/IconLeafLabelList"/>
    <dgm:cxn modelId="{A7AD1077-2645-4EA3-B361-8C3760C96B77}" type="presParOf" srcId="{E7EDF984-69E2-4408-ADC5-EA62B3BD501A}" destId="{6064EC3A-1194-4118-9129-8FCF32997EF0}" srcOrd="2" destOrd="0" presId="urn:microsoft.com/office/officeart/2018/5/layout/IconLeafLabelList"/>
    <dgm:cxn modelId="{241304AD-E725-41C7-8549-E170BEF87924}" type="presParOf" srcId="{E7EDF984-69E2-4408-ADC5-EA62B3BD501A}" destId="{2F120230-A20D-424D-83A3-328088E02E0F}" srcOrd="3" destOrd="0" presId="urn:microsoft.com/office/officeart/2018/5/layout/IconLeafLabelList"/>
    <dgm:cxn modelId="{BB81C95B-BD63-45D7-AFE7-3C683C6DD8C7}" type="presParOf" srcId="{24233E1E-2E09-4774-ABF9-C8BCE0A11F73}" destId="{3F2CEC70-51A3-4BDA-994A-7152019E727A}" srcOrd="3" destOrd="0" presId="urn:microsoft.com/office/officeart/2018/5/layout/IconLeafLabelList"/>
    <dgm:cxn modelId="{F8E36DD8-3564-4F9E-B3B4-68C522A8969E}" type="presParOf" srcId="{24233E1E-2E09-4774-ABF9-C8BCE0A11F73}" destId="{C149CFF4-FA89-4AFD-80A3-5E2E1B649FC8}" srcOrd="4" destOrd="0" presId="urn:microsoft.com/office/officeart/2018/5/layout/IconLeafLabelList"/>
    <dgm:cxn modelId="{5DA4BB56-A5F1-42BC-BE6F-1AB37A87925C}" type="presParOf" srcId="{C149CFF4-FA89-4AFD-80A3-5E2E1B649FC8}" destId="{D8E972E1-4CCE-4426-8AEA-A60CAE98F324}" srcOrd="0" destOrd="0" presId="urn:microsoft.com/office/officeart/2018/5/layout/IconLeafLabelList"/>
    <dgm:cxn modelId="{7286CC88-D2B0-488D-8CB5-97B792C9586D}" type="presParOf" srcId="{C149CFF4-FA89-4AFD-80A3-5E2E1B649FC8}" destId="{F99807D1-E3AE-417A-B9CA-DF9E111DF447}" srcOrd="1" destOrd="0" presId="urn:microsoft.com/office/officeart/2018/5/layout/IconLeafLabelList"/>
    <dgm:cxn modelId="{A907F614-5FFA-42BD-AB8B-9A3AA9146D94}" type="presParOf" srcId="{C149CFF4-FA89-4AFD-80A3-5E2E1B649FC8}" destId="{63475928-53A1-43B9-8D15-A2D3BA277AB4}" srcOrd="2" destOrd="0" presId="urn:microsoft.com/office/officeart/2018/5/layout/IconLeafLabelList"/>
    <dgm:cxn modelId="{F33274D4-DD1B-4435-A3B8-2A5F43A12007}" type="presParOf" srcId="{C149CFF4-FA89-4AFD-80A3-5E2E1B649FC8}" destId="{D8733B0D-8B2C-4599-8926-3E7B93752AF3}" srcOrd="3" destOrd="0" presId="urn:microsoft.com/office/officeart/2018/5/layout/IconLeafLabelList"/>
    <dgm:cxn modelId="{1AB789B0-25DE-49AF-A67A-8A866B50A079}" type="presParOf" srcId="{24233E1E-2E09-4774-ABF9-C8BCE0A11F73}" destId="{7FAC43CE-5C10-48BB-88C2-0654378F951C}" srcOrd="5" destOrd="0" presId="urn:microsoft.com/office/officeart/2018/5/layout/IconLeafLabelList"/>
    <dgm:cxn modelId="{F7C41188-10F4-4A19-BAE3-E8E34E72A651}" type="presParOf" srcId="{24233E1E-2E09-4774-ABF9-C8BCE0A11F73}" destId="{979FB72E-9585-47FA-9DB2-21A4E1880C8B}" srcOrd="6" destOrd="0" presId="urn:microsoft.com/office/officeart/2018/5/layout/IconLeafLabelList"/>
    <dgm:cxn modelId="{9FAFFE8B-BF94-488B-A3A0-1A426E18510E}" type="presParOf" srcId="{979FB72E-9585-47FA-9DB2-21A4E1880C8B}" destId="{2345DAC5-DAD8-40DE-8BC9-4B4AE3CCE146}" srcOrd="0" destOrd="0" presId="urn:microsoft.com/office/officeart/2018/5/layout/IconLeafLabelList"/>
    <dgm:cxn modelId="{FBBED9CC-C0B8-4796-AEF4-7E9CE8C5BD44}" type="presParOf" srcId="{979FB72E-9585-47FA-9DB2-21A4E1880C8B}" destId="{10032E7D-9026-4853-B997-2983C3E91AF0}" srcOrd="1" destOrd="0" presId="urn:microsoft.com/office/officeart/2018/5/layout/IconLeafLabelList"/>
    <dgm:cxn modelId="{C6871080-B045-41B3-ADD5-1AF3E701EA42}" type="presParOf" srcId="{979FB72E-9585-47FA-9DB2-21A4E1880C8B}" destId="{354B7844-18CB-41E0-B38E-28FFFFA8B6B7}" srcOrd="2" destOrd="0" presId="urn:microsoft.com/office/officeart/2018/5/layout/IconLeafLabelList"/>
    <dgm:cxn modelId="{E84530D8-E6F3-4196-BAFF-8552576B048D}" type="presParOf" srcId="{979FB72E-9585-47FA-9DB2-21A4E1880C8B}" destId="{FFD23125-6920-44F2-A4C6-290827629165}" srcOrd="3" destOrd="0" presId="urn:microsoft.com/office/officeart/2018/5/layout/IconLeaf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159E06C-5FEF-4887-A068-28C9E8C7DED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856DD85-37ED-499E-AC01-61B1C2802250}">
      <dgm:prSet/>
      <dgm:spPr/>
      <dgm:t>
        <a:bodyPr/>
        <a:lstStyle/>
        <a:p>
          <a:r>
            <a:rPr lang="en-US"/>
            <a:t>• TDD improves software quality and reliability</a:t>
          </a:r>
        </a:p>
      </dgm:t>
    </dgm:pt>
    <dgm:pt modelId="{9B2D1F40-9C49-4A96-B964-C7ACB1D596C8}" type="parTrans" cxnId="{438F041F-F076-4EBD-AE98-FCB306570276}">
      <dgm:prSet/>
      <dgm:spPr/>
      <dgm:t>
        <a:bodyPr/>
        <a:lstStyle/>
        <a:p>
          <a:endParaRPr lang="en-US"/>
        </a:p>
      </dgm:t>
    </dgm:pt>
    <dgm:pt modelId="{995372BF-CCFD-4105-A4D5-7F8BBE44A15F}" type="sibTrans" cxnId="{438F041F-F076-4EBD-AE98-FCB306570276}">
      <dgm:prSet/>
      <dgm:spPr/>
      <dgm:t>
        <a:bodyPr/>
        <a:lstStyle/>
        <a:p>
          <a:endParaRPr lang="en-US"/>
        </a:p>
      </dgm:t>
    </dgm:pt>
    <dgm:pt modelId="{F432EF7A-B03F-49E9-A0DA-2F5F33753914}">
      <dgm:prSet/>
      <dgm:spPr/>
      <dgm:t>
        <a:bodyPr/>
        <a:lstStyle/>
        <a:p>
          <a:r>
            <a:rPr lang="en-US"/>
            <a:t>• Requires discipline but pays off in long-term projects</a:t>
          </a:r>
        </a:p>
      </dgm:t>
    </dgm:pt>
    <dgm:pt modelId="{01A10933-2CFA-4969-9F12-1F5865A949D4}" type="parTrans" cxnId="{BA4068D4-5708-410E-BCA1-8285E9C1AD70}">
      <dgm:prSet/>
      <dgm:spPr/>
      <dgm:t>
        <a:bodyPr/>
        <a:lstStyle/>
        <a:p>
          <a:endParaRPr lang="en-US"/>
        </a:p>
      </dgm:t>
    </dgm:pt>
    <dgm:pt modelId="{3D49F74F-0D4E-4801-96D6-75B570D83EFD}" type="sibTrans" cxnId="{BA4068D4-5708-410E-BCA1-8285E9C1AD70}">
      <dgm:prSet/>
      <dgm:spPr/>
      <dgm:t>
        <a:bodyPr/>
        <a:lstStyle/>
        <a:p>
          <a:endParaRPr lang="en-US"/>
        </a:p>
      </dgm:t>
    </dgm:pt>
    <dgm:pt modelId="{F895D4F3-14DF-4ED1-A245-92FB0912AAD7}">
      <dgm:prSet/>
      <dgm:spPr/>
      <dgm:t>
        <a:bodyPr/>
        <a:lstStyle/>
        <a:p>
          <a:r>
            <a:rPr lang="en-US"/>
            <a:t>• Personal opinion: makes code more reliable</a:t>
          </a:r>
        </a:p>
      </dgm:t>
    </dgm:pt>
    <dgm:pt modelId="{87660CF3-DC96-4379-A719-0338143B9A3C}" type="parTrans" cxnId="{0751D3C2-111D-4A4A-BDF7-1DC50E794052}">
      <dgm:prSet/>
      <dgm:spPr/>
      <dgm:t>
        <a:bodyPr/>
        <a:lstStyle/>
        <a:p>
          <a:endParaRPr lang="en-US"/>
        </a:p>
      </dgm:t>
    </dgm:pt>
    <dgm:pt modelId="{F3091673-130F-48D9-B34B-C2E4F1A717B1}" type="sibTrans" cxnId="{0751D3C2-111D-4A4A-BDF7-1DC50E794052}">
      <dgm:prSet/>
      <dgm:spPr/>
      <dgm:t>
        <a:bodyPr/>
        <a:lstStyle/>
        <a:p>
          <a:endParaRPr lang="en-US"/>
        </a:p>
      </dgm:t>
    </dgm:pt>
    <dgm:pt modelId="{C2671D47-669B-4063-B232-695B76A5DA4E}" type="pres">
      <dgm:prSet presAssocID="{1159E06C-5FEF-4887-A068-28C9E8C7DED9}" presName="root" presStyleCnt="0">
        <dgm:presLayoutVars>
          <dgm:dir/>
          <dgm:resizeHandles val="exact"/>
        </dgm:presLayoutVars>
      </dgm:prSet>
      <dgm:spPr/>
    </dgm:pt>
    <dgm:pt modelId="{D21DBCA8-0536-4BD5-B29C-C910B52CCEC0}" type="pres">
      <dgm:prSet presAssocID="{C856DD85-37ED-499E-AC01-61B1C2802250}" presName="compNode" presStyleCnt="0"/>
      <dgm:spPr/>
    </dgm:pt>
    <dgm:pt modelId="{9AA7C6D0-141C-4D85-BF21-CA632986193F}" type="pres">
      <dgm:prSet presAssocID="{C856DD85-37ED-499E-AC01-61B1C2802250}" presName="bgRect" presStyleLbl="bgShp" presStyleIdx="0" presStyleCnt="3"/>
      <dgm:spPr/>
    </dgm:pt>
    <dgm:pt modelId="{948C5692-D6B1-4BD0-A0FC-6C4DC359B468}" type="pres">
      <dgm:prSet presAssocID="{C856DD85-37ED-499E-AC01-61B1C2802250}"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mark"/>
        </a:ext>
      </dgm:extLst>
    </dgm:pt>
    <dgm:pt modelId="{FEC9445E-0DFD-49C3-BC7E-5C0D49FE7CAF}" type="pres">
      <dgm:prSet presAssocID="{C856DD85-37ED-499E-AC01-61B1C2802250}" presName="spaceRect" presStyleCnt="0"/>
      <dgm:spPr/>
    </dgm:pt>
    <dgm:pt modelId="{10B7D55A-5122-4195-847D-DCE4E0F18EAA}" type="pres">
      <dgm:prSet presAssocID="{C856DD85-37ED-499E-AC01-61B1C2802250}" presName="parTx" presStyleLbl="revTx" presStyleIdx="0" presStyleCnt="3">
        <dgm:presLayoutVars>
          <dgm:chMax val="0"/>
          <dgm:chPref val="0"/>
        </dgm:presLayoutVars>
      </dgm:prSet>
      <dgm:spPr/>
    </dgm:pt>
    <dgm:pt modelId="{647AE7DF-0F54-4501-9078-A6D0992C983C}" type="pres">
      <dgm:prSet presAssocID="{995372BF-CCFD-4105-A4D5-7F8BBE44A15F}" presName="sibTrans" presStyleCnt="0"/>
      <dgm:spPr/>
    </dgm:pt>
    <dgm:pt modelId="{76704FC0-50E9-4C3B-A26B-3E8EBED0815F}" type="pres">
      <dgm:prSet presAssocID="{F432EF7A-B03F-49E9-A0DA-2F5F33753914}" presName="compNode" presStyleCnt="0"/>
      <dgm:spPr/>
    </dgm:pt>
    <dgm:pt modelId="{680928A2-2714-436E-816C-2AE9184B2BEF}" type="pres">
      <dgm:prSet presAssocID="{F432EF7A-B03F-49E9-A0DA-2F5F33753914}" presName="bgRect" presStyleLbl="bgShp" presStyleIdx="1" presStyleCnt="3"/>
      <dgm:spPr/>
    </dgm:pt>
    <dgm:pt modelId="{A5E2D8FA-45FD-439F-99C9-5C5CB2A0DCA1}" type="pres">
      <dgm:prSet presAssocID="{F432EF7A-B03F-49E9-A0DA-2F5F33753914}"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ploma Roll"/>
        </a:ext>
      </dgm:extLst>
    </dgm:pt>
    <dgm:pt modelId="{88121FAF-7E40-4D6F-9521-A2515B6C640E}" type="pres">
      <dgm:prSet presAssocID="{F432EF7A-B03F-49E9-A0DA-2F5F33753914}" presName="spaceRect" presStyleCnt="0"/>
      <dgm:spPr/>
    </dgm:pt>
    <dgm:pt modelId="{37CB686C-AF43-48F5-B583-D504E1577FFE}" type="pres">
      <dgm:prSet presAssocID="{F432EF7A-B03F-49E9-A0DA-2F5F33753914}" presName="parTx" presStyleLbl="revTx" presStyleIdx="1" presStyleCnt="3">
        <dgm:presLayoutVars>
          <dgm:chMax val="0"/>
          <dgm:chPref val="0"/>
        </dgm:presLayoutVars>
      </dgm:prSet>
      <dgm:spPr/>
    </dgm:pt>
    <dgm:pt modelId="{05EE96B3-43A2-479B-80D5-7098449F428C}" type="pres">
      <dgm:prSet presAssocID="{3D49F74F-0D4E-4801-96D6-75B570D83EFD}" presName="sibTrans" presStyleCnt="0"/>
      <dgm:spPr/>
    </dgm:pt>
    <dgm:pt modelId="{5EB92AF7-E1CD-4C15-8403-A6E6DBF2BD58}" type="pres">
      <dgm:prSet presAssocID="{F895D4F3-14DF-4ED1-A245-92FB0912AAD7}" presName="compNode" presStyleCnt="0"/>
      <dgm:spPr/>
    </dgm:pt>
    <dgm:pt modelId="{A4CCF3DB-E9BE-4D8A-8924-01218B7C3FC2}" type="pres">
      <dgm:prSet presAssocID="{F895D4F3-14DF-4ED1-A245-92FB0912AAD7}" presName="bgRect" presStyleLbl="bgShp" presStyleIdx="2" presStyleCnt="3"/>
      <dgm:spPr/>
    </dgm:pt>
    <dgm:pt modelId="{8274625F-8096-41DC-A223-0FCADA33574A}" type="pres">
      <dgm:prSet presAssocID="{F895D4F3-14DF-4ED1-A245-92FB0912AAD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ibbon"/>
        </a:ext>
      </dgm:extLst>
    </dgm:pt>
    <dgm:pt modelId="{DA610BE7-6F35-4B31-B74C-3976EE21CEB8}" type="pres">
      <dgm:prSet presAssocID="{F895D4F3-14DF-4ED1-A245-92FB0912AAD7}" presName="spaceRect" presStyleCnt="0"/>
      <dgm:spPr/>
    </dgm:pt>
    <dgm:pt modelId="{499E0E3C-E042-481B-819A-AF177D931372}" type="pres">
      <dgm:prSet presAssocID="{F895D4F3-14DF-4ED1-A245-92FB0912AAD7}" presName="parTx" presStyleLbl="revTx" presStyleIdx="2" presStyleCnt="3">
        <dgm:presLayoutVars>
          <dgm:chMax val="0"/>
          <dgm:chPref val="0"/>
        </dgm:presLayoutVars>
      </dgm:prSet>
      <dgm:spPr/>
    </dgm:pt>
  </dgm:ptLst>
  <dgm:cxnLst>
    <dgm:cxn modelId="{438F041F-F076-4EBD-AE98-FCB306570276}" srcId="{1159E06C-5FEF-4887-A068-28C9E8C7DED9}" destId="{C856DD85-37ED-499E-AC01-61B1C2802250}" srcOrd="0" destOrd="0" parTransId="{9B2D1F40-9C49-4A96-B964-C7ACB1D596C8}" sibTransId="{995372BF-CCFD-4105-A4D5-7F8BBE44A15F}"/>
    <dgm:cxn modelId="{F4CCB593-87B9-4A7B-8E7A-D15017E25CAE}" type="presOf" srcId="{1159E06C-5FEF-4887-A068-28C9E8C7DED9}" destId="{C2671D47-669B-4063-B232-695B76A5DA4E}" srcOrd="0" destOrd="0" presId="urn:microsoft.com/office/officeart/2018/2/layout/IconVerticalSolidList"/>
    <dgm:cxn modelId="{0751D3C2-111D-4A4A-BDF7-1DC50E794052}" srcId="{1159E06C-5FEF-4887-A068-28C9E8C7DED9}" destId="{F895D4F3-14DF-4ED1-A245-92FB0912AAD7}" srcOrd="2" destOrd="0" parTransId="{87660CF3-DC96-4379-A719-0338143B9A3C}" sibTransId="{F3091673-130F-48D9-B34B-C2E4F1A717B1}"/>
    <dgm:cxn modelId="{CF49C2CA-6B0C-4565-AD6A-D1241B02F4ED}" type="presOf" srcId="{C856DD85-37ED-499E-AC01-61B1C2802250}" destId="{10B7D55A-5122-4195-847D-DCE4E0F18EAA}" srcOrd="0" destOrd="0" presId="urn:microsoft.com/office/officeart/2018/2/layout/IconVerticalSolidList"/>
    <dgm:cxn modelId="{BA4068D4-5708-410E-BCA1-8285E9C1AD70}" srcId="{1159E06C-5FEF-4887-A068-28C9E8C7DED9}" destId="{F432EF7A-B03F-49E9-A0DA-2F5F33753914}" srcOrd="1" destOrd="0" parTransId="{01A10933-2CFA-4969-9F12-1F5865A949D4}" sibTransId="{3D49F74F-0D4E-4801-96D6-75B570D83EFD}"/>
    <dgm:cxn modelId="{B69941DB-625F-4627-B4DF-4098B757E482}" type="presOf" srcId="{F432EF7A-B03F-49E9-A0DA-2F5F33753914}" destId="{37CB686C-AF43-48F5-B583-D504E1577FFE}" srcOrd="0" destOrd="0" presId="urn:microsoft.com/office/officeart/2018/2/layout/IconVerticalSolidList"/>
    <dgm:cxn modelId="{377AD0F7-B5A1-41FD-9073-EE92DB643439}" type="presOf" srcId="{F895D4F3-14DF-4ED1-A245-92FB0912AAD7}" destId="{499E0E3C-E042-481B-819A-AF177D931372}" srcOrd="0" destOrd="0" presId="urn:microsoft.com/office/officeart/2018/2/layout/IconVerticalSolidList"/>
    <dgm:cxn modelId="{CCEFA5B3-BB74-4BBD-AD00-3888A63C0223}" type="presParOf" srcId="{C2671D47-669B-4063-B232-695B76A5DA4E}" destId="{D21DBCA8-0536-4BD5-B29C-C910B52CCEC0}" srcOrd="0" destOrd="0" presId="urn:microsoft.com/office/officeart/2018/2/layout/IconVerticalSolidList"/>
    <dgm:cxn modelId="{95ABB566-F939-43B4-89AC-4705A5CE3583}" type="presParOf" srcId="{D21DBCA8-0536-4BD5-B29C-C910B52CCEC0}" destId="{9AA7C6D0-141C-4D85-BF21-CA632986193F}" srcOrd="0" destOrd="0" presId="urn:microsoft.com/office/officeart/2018/2/layout/IconVerticalSolidList"/>
    <dgm:cxn modelId="{9C42C737-E422-47BD-A5A3-46822A401991}" type="presParOf" srcId="{D21DBCA8-0536-4BD5-B29C-C910B52CCEC0}" destId="{948C5692-D6B1-4BD0-A0FC-6C4DC359B468}" srcOrd="1" destOrd="0" presId="urn:microsoft.com/office/officeart/2018/2/layout/IconVerticalSolidList"/>
    <dgm:cxn modelId="{FDDF6F38-ABEF-430A-8674-69E0B681D2FC}" type="presParOf" srcId="{D21DBCA8-0536-4BD5-B29C-C910B52CCEC0}" destId="{FEC9445E-0DFD-49C3-BC7E-5C0D49FE7CAF}" srcOrd="2" destOrd="0" presId="urn:microsoft.com/office/officeart/2018/2/layout/IconVerticalSolidList"/>
    <dgm:cxn modelId="{5EFCEDAE-803B-432C-BF50-B2A64FE457E5}" type="presParOf" srcId="{D21DBCA8-0536-4BD5-B29C-C910B52CCEC0}" destId="{10B7D55A-5122-4195-847D-DCE4E0F18EAA}" srcOrd="3" destOrd="0" presId="urn:microsoft.com/office/officeart/2018/2/layout/IconVerticalSolidList"/>
    <dgm:cxn modelId="{B4EFD7DE-72D2-4DA5-8944-78DD5E9CEBF5}" type="presParOf" srcId="{C2671D47-669B-4063-B232-695B76A5DA4E}" destId="{647AE7DF-0F54-4501-9078-A6D0992C983C}" srcOrd="1" destOrd="0" presId="urn:microsoft.com/office/officeart/2018/2/layout/IconVerticalSolidList"/>
    <dgm:cxn modelId="{89166EB6-04E7-4227-B133-1AAFB5D8767A}" type="presParOf" srcId="{C2671D47-669B-4063-B232-695B76A5DA4E}" destId="{76704FC0-50E9-4C3B-A26B-3E8EBED0815F}" srcOrd="2" destOrd="0" presId="urn:microsoft.com/office/officeart/2018/2/layout/IconVerticalSolidList"/>
    <dgm:cxn modelId="{B15AEA57-413E-4F8C-A2FF-B54BB3C66E3A}" type="presParOf" srcId="{76704FC0-50E9-4C3B-A26B-3E8EBED0815F}" destId="{680928A2-2714-436E-816C-2AE9184B2BEF}" srcOrd="0" destOrd="0" presId="urn:microsoft.com/office/officeart/2018/2/layout/IconVerticalSolidList"/>
    <dgm:cxn modelId="{6B0AFA5C-B953-45EF-89A6-5A06140FFE49}" type="presParOf" srcId="{76704FC0-50E9-4C3B-A26B-3E8EBED0815F}" destId="{A5E2D8FA-45FD-439F-99C9-5C5CB2A0DCA1}" srcOrd="1" destOrd="0" presId="urn:microsoft.com/office/officeart/2018/2/layout/IconVerticalSolidList"/>
    <dgm:cxn modelId="{DFAD2ED3-B419-4EEF-8FD3-8385018725BC}" type="presParOf" srcId="{76704FC0-50E9-4C3B-A26B-3E8EBED0815F}" destId="{88121FAF-7E40-4D6F-9521-A2515B6C640E}" srcOrd="2" destOrd="0" presId="urn:microsoft.com/office/officeart/2018/2/layout/IconVerticalSolidList"/>
    <dgm:cxn modelId="{043D15E1-C5CC-4E18-BC0A-A0D647A88A38}" type="presParOf" srcId="{76704FC0-50E9-4C3B-A26B-3E8EBED0815F}" destId="{37CB686C-AF43-48F5-B583-D504E1577FFE}" srcOrd="3" destOrd="0" presId="urn:microsoft.com/office/officeart/2018/2/layout/IconVerticalSolidList"/>
    <dgm:cxn modelId="{9F7BB2B0-91CD-4AA2-AA47-D2A7507B6F53}" type="presParOf" srcId="{C2671D47-669B-4063-B232-695B76A5DA4E}" destId="{05EE96B3-43A2-479B-80D5-7098449F428C}" srcOrd="3" destOrd="0" presId="urn:microsoft.com/office/officeart/2018/2/layout/IconVerticalSolidList"/>
    <dgm:cxn modelId="{F910AFF4-3D77-41A2-AD08-ECA6D4E4B57F}" type="presParOf" srcId="{C2671D47-669B-4063-B232-695B76A5DA4E}" destId="{5EB92AF7-E1CD-4C15-8403-A6E6DBF2BD58}" srcOrd="4" destOrd="0" presId="urn:microsoft.com/office/officeart/2018/2/layout/IconVerticalSolidList"/>
    <dgm:cxn modelId="{BCADC3A9-A091-41B4-B1D1-F7704A08459F}" type="presParOf" srcId="{5EB92AF7-E1CD-4C15-8403-A6E6DBF2BD58}" destId="{A4CCF3DB-E9BE-4D8A-8924-01218B7C3FC2}" srcOrd="0" destOrd="0" presId="urn:microsoft.com/office/officeart/2018/2/layout/IconVerticalSolidList"/>
    <dgm:cxn modelId="{6BB3D399-79DD-4D75-AB7C-EE4141418AEA}" type="presParOf" srcId="{5EB92AF7-E1CD-4C15-8403-A6E6DBF2BD58}" destId="{8274625F-8096-41DC-A223-0FCADA33574A}" srcOrd="1" destOrd="0" presId="urn:microsoft.com/office/officeart/2018/2/layout/IconVerticalSolidList"/>
    <dgm:cxn modelId="{61DD483C-A268-40D8-B7D7-1B369E7A47C5}" type="presParOf" srcId="{5EB92AF7-E1CD-4C15-8403-A6E6DBF2BD58}" destId="{DA610BE7-6F35-4B31-B74C-3976EE21CEB8}" srcOrd="2" destOrd="0" presId="urn:microsoft.com/office/officeart/2018/2/layout/IconVerticalSolidList"/>
    <dgm:cxn modelId="{A85E25FC-15DD-4E94-98DD-C1FF4166D7ED}" type="presParOf" srcId="{5EB92AF7-E1CD-4C15-8403-A6E6DBF2BD58}" destId="{499E0E3C-E042-481B-819A-AF177D931372}"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F7077A-1FB8-4D1C-BB7D-3EE442920945}">
      <dsp:nvSpPr>
        <dsp:cNvPr id="0" name=""/>
        <dsp:cNvSpPr/>
      </dsp:nvSpPr>
      <dsp:spPr>
        <a:xfrm>
          <a:off x="905" y="149126"/>
          <a:ext cx="3177172" cy="2017504"/>
        </a:xfrm>
        <a:prstGeom prst="roundRect">
          <a:avLst>
            <a:gd name="adj" fmla="val 10000"/>
          </a:avLst>
        </a:prstGeom>
        <a:gradFill rotWithShape="0">
          <a:gsLst>
            <a:gs pos="0">
              <a:schemeClr val="accent1">
                <a:hueOff val="0"/>
                <a:satOff val="0"/>
                <a:lumOff val="0"/>
                <a:alphaOff val="0"/>
                <a:tint val="94000"/>
                <a:satMod val="100000"/>
                <a:lumMod val="104000"/>
              </a:schemeClr>
            </a:gs>
            <a:gs pos="69000">
              <a:schemeClr val="accent1">
                <a:hueOff val="0"/>
                <a:satOff val="0"/>
                <a:lumOff val="0"/>
                <a:alphaOff val="0"/>
                <a:shade val="86000"/>
                <a:satMod val="130000"/>
                <a:lumMod val="102000"/>
              </a:schemeClr>
            </a:gs>
            <a:gs pos="100000">
              <a:schemeClr val="accent1">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sp>
    <dsp:sp modelId="{E054287E-2EDA-4F45-8881-474289A89807}">
      <dsp:nvSpPr>
        <dsp:cNvPr id="0" name=""/>
        <dsp:cNvSpPr/>
      </dsp:nvSpPr>
      <dsp:spPr>
        <a:xfrm>
          <a:off x="353924" y="484494"/>
          <a:ext cx="3177172" cy="20175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What if you could write code that’s guaranteed to work from the start?</a:t>
          </a:r>
        </a:p>
      </dsp:txBody>
      <dsp:txXfrm>
        <a:off x="413015" y="543585"/>
        <a:ext cx="3058990" cy="1899322"/>
      </dsp:txXfrm>
    </dsp:sp>
    <dsp:sp modelId="{7D9D2DB1-1F90-4050-ACE0-23F45D3D8BD7}">
      <dsp:nvSpPr>
        <dsp:cNvPr id="0" name=""/>
        <dsp:cNvSpPr/>
      </dsp:nvSpPr>
      <dsp:spPr>
        <a:xfrm>
          <a:off x="3884115" y="149126"/>
          <a:ext cx="3177172" cy="2017504"/>
        </a:xfrm>
        <a:prstGeom prst="roundRect">
          <a:avLst>
            <a:gd name="adj" fmla="val 10000"/>
          </a:avLst>
        </a:prstGeom>
        <a:gradFill rotWithShape="0">
          <a:gsLst>
            <a:gs pos="0">
              <a:schemeClr val="accent1">
                <a:hueOff val="0"/>
                <a:satOff val="0"/>
                <a:lumOff val="0"/>
                <a:alphaOff val="0"/>
                <a:tint val="94000"/>
                <a:satMod val="100000"/>
                <a:lumMod val="104000"/>
              </a:schemeClr>
            </a:gs>
            <a:gs pos="69000">
              <a:schemeClr val="accent1">
                <a:hueOff val="0"/>
                <a:satOff val="0"/>
                <a:lumOff val="0"/>
                <a:alphaOff val="0"/>
                <a:shade val="86000"/>
                <a:satMod val="130000"/>
                <a:lumMod val="102000"/>
              </a:schemeClr>
            </a:gs>
            <a:gs pos="100000">
              <a:schemeClr val="accent1">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sp>
    <dsp:sp modelId="{59A655CB-2FB8-47C9-A23A-E6C57CF321E9}">
      <dsp:nvSpPr>
        <dsp:cNvPr id="0" name=""/>
        <dsp:cNvSpPr/>
      </dsp:nvSpPr>
      <dsp:spPr>
        <a:xfrm>
          <a:off x="4237134" y="484494"/>
          <a:ext cx="3177172" cy="20175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Many developers spend hours debugging. TDD aims to prevent that.</a:t>
          </a:r>
        </a:p>
      </dsp:txBody>
      <dsp:txXfrm>
        <a:off x="4296225" y="543585"/>
        <a:ext cx="3058990" cy="18993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D57A59-235D-4E35-8224-6BB1CB601CFC}">
      <dsp:nvSpPr>
        <dsp:cNvPr id="0" name=""/>
        <dsp:cNvSpPr/>
      </dsp:nvSpPr>
      <dsp:spPr>
        <a:xfrm>
          <a:off x="0" y="56261"/>
          <a:ext cx="4443413" cy="852637"/>
        </a:xfrm>
        <a:prstGeom prst="roundRect">
          <a:avLst/>
        </a:prstGeom>
        <a:gradFill rotWithShape="0">
          <a:gsLst>
            <a:gs pos="0">
              <a:schemeClr val="accent2">
                <a:hueOff val="0"/>
                <a:satOff val="0"/>
                <a:lumOff val="0"/>
                <a:alphaOff val="0"/>
                <a:tint val="94000"/>
                <a:satMod val="100000"/>
                <a:lumMod val="104000"/>
              </a:schemeClr>
            </a:gs>
            <a:gs pos="69000">
              <a:schemeClr val="accent2">
                <a:hueOff val="0"/>
                <a:satOff val="0"/>
                <a:lumOff val="0"/>
                <a:alphaOff val="0"/>
                <a:shade val="86000"/>
                <a:satMod val="130000"/>
                <a:lumMod val="102000"/>
              </a:schemeClr>
            </a:gs>
            <a:gs pos="100000">
              <a:schemeClr val="accent2">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Write tests before code</a:t>
          </a:r>
        </a:p>
      </dsp:txBody>
      <dsp:txXfrm>
        <a:off x="41622" y="97883"/>
        <a:ext cx="4360169" cy="769393"/>
      </dsp:txXfrm>
    </dsp:sp>
    <dsp:sp modelId="{8B643C31-3A68-4615-8FF5-6D56697E4CB9}">
      <dsp:nvSpPr>
        <dsp:cNvPr id="0" name=""/>
        <dsp:cNvSpPr/>
      </dsp:nvSpPr>
      <dsp:spPr>
        <a:xfrm>
          <a:off x="0" y="972258"/>
          <a:ext cx="4443413" cy="852637"/>
        </a:xfrm>
        <a:prstGeom prst="roundRect">
          <a:avLst/>
        </a:prstGeom>
        <a:gradFill rotWithShape="0">
          <a:gsLst>
            <a:gs pos="0">
              <a:schemeClr val="accent2">
                <a:hueOff val="553230"/>
                <a:satOff val="2550"/>
                <a:lumOff val="392"/>
                <a:alphaOff val="0"/>
                <a:tint val="94000"/>
                <a:satMod val="100000"/>
                <a:lumMod val="104000"/>
              </a:schemeClr>
            </a:gs>
            <a:gs pos="69000">
              <a:schemeClr val="accent2">
                <a:hueOff val="553230"/>
                <a:satOff val="2550"/>
                <a:lumOff val="392"/>
                <a:alphaOff val="0"/>
                <a:shade val="86000"/>
                <a:satMod val="130000"/>
                <a:lumMod val="102000"/>
              </a:schemeClr>
            </a:gs>
            <a:gs pos="100000">
              <a:schemeClr val="accent2">
                <a:hueOff val="553230"/>
                <a:satOff val="2550"/>
                <a:lumOff val="392"/>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Red-Green-Refactor cycle:</a:t>
          </a:r>
        </a:p>
      </dsp:txBody>
      <dsp:txXfrm>
        <a:off x="41622" y="1013880"/>
        <a:ext cx="4360169" cy="769393"/>
      </dsp:txXfrm>
    </dsp:sp>
    <dsp:sp modelId="{EE031E0D-E28E-4425-8317-D259E778AC82}">
      <dsp:nvSpPr>
        <dsp:cNvPr id="0" name=""/>
        <dsp:cNvSpPr/>
      </dsp:nvSpPr>
      <dsp:spPr>
        <a:xfrm>
          <a:off x="0" y="1888256"/>
          <a:ext cx="4443413" cy="852637"/>
        </a:xfrm>
        <a:prstGeom prst="roundRect">
          <a:avLst/>
        </a:prstGeom>
        <a:gradFill rotWithShape="0">
          <a:gsLst>
            <a:gs pos="0">
              <a:schemeClr val="accent2">
                <a:hueOff val="1106460"/>
                <a:satOff val="5101"/>
                <a:lumOff val="784"/>
                <a:alphaOff val="0"/>
                <a:tint val="94000"/>
                <a:satMod val="100000"/>
                <a:lumMod val="104000"/>
              </a:schemeClr>
            </a:gs>
            <a:gs pos="69000">
              <a:schemeClr val="accent2">
                <a:hueOff val="1106460"/>
                <a:satOff val="5101"/>
                <a:lumOff val="784"/>
                <a:alphaOff val="0"/>
                <a:shade val="86000"/>
                <a:satMod val="130000"/>
                <a:lumMod val="102000"/>
              </a:schemeClr>
            </a:gs>
            <a:gs pos="100000">
              <a:schemeClr val="accent2">
                <a:hueOff val="1106460"/>
                <a:satOff val="5101"/>
                <a:lumOff val="784"/>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1. Red – Write a failing test</a:t>
          </a:r>
        </a:p>
      </dsp:txBody>
      <dsp:txXfrm>
        <a:off x="41622" y="1929878"/>
        <a:ext cx="4360169" cy="769393"/>
      </dsp:txXfrm>
    </dsp:sp>
    <dsp:sp modelId="{881BB3C9-20C6-4D1C-96B2-DDE92F5B8B7A}">
      <dsp:nvSpPr>
        <dsp:cNvPr id="0" name=""/>
        <dsp:cNvSpPr/>
      </dsp:nvSpPr>
      <dsp:spPr>
        <a:xfrm>
          <a:off x="0" y="2804253"/>
          <a:ext cx="4443413" cy="852637"/>
        </a:xfrm>
        <a:prstGeom prst="roundRect">
          <a:avLst/>
        </a:prstGeom>
        <a:gradFill rotWithShape="0">
          <a:gsLst>
            <a:gs pos="0">
              <a:schemeClr val="accent2">
                <a:hueOff val="1659690"/>
                <a:satOff val="7651"/>
                <a:lumOff val="1177"/>
                <a:alphaOff val="0"/>
                <a:tint val="94000"/>
                <a:satMod val="100000"/>
                <a:lumMod val="104000"/>
              </a:schemeClr>
            </a:gs>
            <a:gs pos="69000">
              <a:schemeClr val="accent2">
                <a:hueOff val="1659690"/>
                <a:satOff val="7651"/>
                <a:lumOff val="1177"/>
                <a:alphaOff val="0"/>
                <a:shade val="86000"/>
                <a:satMod val="130000"/>
                <a:lumMod val="102000"/>
              </a:schemeClr>
            </a:gs>
            <a:gs pos="100000">
              <a:schemeClr val="accent2">
                <a:hueOff val="1659690"/>
                <a:satOff val="7651"/>
                <a:lumOff val="1177"/>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2. Green – Write code to pass test</a:t>
          </a:r>
        </a:p>
      </dsp:txBody>
      <dsp:txXfrm>
        <a:off x="41622" y="2845875"/>
        <a:ext cx="4360169" cy="769393"/>
      </dsp:txXfrm>
    </dsp:sp>
    <dsp:sp modelId="{CDAF899C-903D-4258-8FDD-49368B840D52}">
      <dsp:nvSpPr>
        <dsp:cNvPr id="0" name=""/>
        <dsp:cNvSpPr/>
      </dsp:nvSpPr>
      <dsp:spPr>
        <a:xfrm>
          <a:off x="0" y="3720251"/>
          <a:ext cx="4443413" cy="852637"/>
        </a:xfrm>
        <a:prstGeom prst="roundRect">
          <a:avLst/>
        </a:prstGeom>
        <a:gradFill rotWithShape="0">
          <a:gsLst>
            <a:gs pos="0">
              <a:schemeClr val="accent2">
                <a:hueOff val="2212920"/>
                <a:satOff val="10201"/>
                <a:lumOff val="1569"/>
                <a:alphaOff val="0"/>
                <a:tint val="94000"/>
                <a:satMod val="100000"/>
                <a:lumMod val="104000"/>
              </a:schemeClr>
            </a:gs>
            <a:gs pos="69000">
              <a:schemeClr val="accent2">
                <a:hueOff val="2212920"/>
                <a:satOff val="10201"/>
                <a:lumOff val="1569"/>
                <a:alphaOff val="0"/>
                <a:shade val="86000"/>
                <a:satMod val="130000"/>
                <a:lumMod val="102000"/>
              </a:schemeClr>
            </a:gs>
            <a:gs pos="100000">
              <a:schemeClr val="accent2">
                <a:hueOff val="2212920"/>
                <a:satOff val="10201"/>
                <a:lumOff val="1569"/>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3. Refactor – Clean up code</a:t>
          </a:r>
        </a:p>
      </dsp:txBody>
      <dsp:txXfrm>
        <a:off x="41622" y="3761873"/>
        <a:ext cx="4360169" cy="7693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20A314-3351-461A-AA0B-8BD5B9A55DD5}">
      <dsp:nvSpPr>
        <dsp:cNvPr id="0" name=""/>
        <dsp:cNvSpPr/>
      </dsp:nvSpPr>
      <dsp:spPr>
        <a:xfrm>
          <a:off x="1012471" y="293284"/>
          <a:ext cx="1589625" cy="15896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834028E-7D1A-409D-B27D-6516E0C87631}">
      <dsp:nvSpPr>
        <dsp:cNvPr id="0" name=""/>
        <dsp:cNvSpPr/>
      </dsp:nvSpPr>
      <dsp:spPr>
        <a:xfrm>
          <a:off x="41034" y="2290603"/>
          <a:ext cx="353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Write test → Run test (fails) → Write code → Run test (passes) → Refactor</a:t>
          </a:r>
        </a:p>
      </dsp:txBody>
      <dsp:txXfrm>
        <a:off x="41034" y="2290603"/>
        <a:ext cx="3532500" cy="720000"/>
      </dsp:txXfrm>
    </dsp:sp>
    <dsp:sp modelId="{9C8AFCAC-FF60-4985-B4DD-234F00ACEF91}">
      <dsp:nvSpPr>
        <dsp:cNvPr id="0" name=""/>
        <dsp:cNvSpPr/>
      </dsp:nvSpPr>
      <dsp:spPr>
        <a:xfrm>
          <a:off x="5163159" y="293284"/>
          <a:ext cx="1589625" cy="158962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2313ED1-E452-44C4-A3AA-31E8143BAB94}">
      <dsp:nvSpPr>
        <dsp:cNvPr id="0" name=""/>
        <dsp:cNvSpPr/>
      </dsp:nvSpPr>
      <dsp:spPr>
        <a:xfrm>
          <a:off x="4191721" y="2290603"/>
          <a:ext cx="353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Diagram: Red-Green-Refactor loop</a:t>
          </a:r>
        </a:p>
      </dsp:txBody>
      <dsp:txXfrm>
        <a:off x="4191721" y="2290603"/>
        <a:ext cx="35325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CD9A9A-F549-44D8-B2CC-3EB91548626A}">
      <dsp:nvSpPr>
        <dsp:cNvPr id="0" name=""/>
        <dsp:cNvSpPr/>
      </dsp:nvSpPr>
      <dsp:spPr>
        <a:xfrm>
          <a:off x="335573" y="622568"/>
          <a:ext cx="1046531" cy="1046531"/>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3721D7-399F-4419-A1EB-5984CCFC2040}">
      <dsp:nvSpPr>
        <dsp:cNvPr id="0" name=""/>
        <dsp:cNvSpPr/>
      </dsp:nvSpPr>
      <dsp:spPr>
        <a:xfrm>
          <a:off x="558604" y="845600"/>
          <a:ext cx="600468" cy="60046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1EA33FF-6765-454A-A97F-27CE1AD20493}">
      <dsp:nvSpPr>
        <dsp:cNvPr id="0" name=""/>
        <dsp:cNvSpPr/>
      </dsp:nvSpPr>
      <dsp:spPr>
        <a:xfrm>
          <a:off x="1026" y="1995069"/>
          <a:ext cx="1715625" cy="68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 Better code quality</a:t>
          </a:r>
        </a:p>
      </dsp:txBody>
      <dsp:txXfrm>
        <a:off x="1026" y="1995069"/>
        <a:ext cx="1715625" cy="686250"/>
      </dsp:txXfrm>
    </dsp:sp>
    <dsp:sp modelId="{73C2F394-CE22-4E0F-AAA7-005B11F7C4CF}">
      <dsp:nvSpPr>
        <dsp:cNvPr id="0" name=""/>
        <dsp:cNvSpPr/>
      </dsp:nvSpPr>
      <dsp:spPr>
        <a:xfrm>
          <a:off x="2351432" y="622568"/>
          <a:ext cx="1046531" cy="1046531"/>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14CE5B-F0AA-4BF0-ABF3-DEF127AB9C8D}">
      <dsp:nvSpPr>
        <dsp:cNvPr id="0" name=""/>
        <dsp:cNvSpPr/>
      </dsp:nvSpPr>
      <dsp:spPr>
        <a:xfrm>
          <a:off x="2574463" y="845600"/>
          <a:ext cx="600468" cy="60046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F120230-A20D-424D-83A3-328088E02E0F}">
      <dsp:nvSpPr>
        <dsp:cNvPr id="0" name=""/>
        <dsp:cNvSpPr/>
      </dsp:nvSpPr>
      <dsp:spPr>
        <a:xfrm>
          <a:off x="2016885" y="1995069"/>
          <a:ext cx="1715625" cy="68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 Fewer bugs</a:t>
          </a:r>
        </a:p>
      </dsp:txBody>
      <dsp:txXfrm>
        <a:off x="2016885" y="1995069"/>
        <a:ext cx="1715625" cy="686250"/>
      </dsp:txXfrm>
    </dsp:sp>
    <dsp:sp modelId="{D8E972E1-4CCE-4426-8AEA-A60CAE98F324}">
      <dsp:nvSpPr>
        <dsp:cNvPr id="0" name=""/>
        <dsp:cNvSpPr/>
      </dsp:nvSpPr>
      <dsp:spPr>
        <a:xfrm>
          <a:off x="4367292" y="622568"/>
          <a:ext cx="1046531" cy="1046531"/>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9807D1-E3AE-417A-B9CA-DF9E111DF447}">
      <dsp:nvSpPr>
        <dsp:cNvPr id="0" name=""/>
        <dsp:cNvSpPr/>
      </dsp:nvSpPr>
      <dsp:spPr>
        <a:xfrm>
          <a:off x="4590323" y="845600"/>
          <a:ext cx="600468" cy="60046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8733B0D-8B2C-4599-8926-3E7B93752AF3}">
      <dsp:nvSpPr>
        <dsp:cNvPr id="0" name=""/>
        <dsp:cNvSpPr/>
      </dsp:nvSpPr>
      <dsp:spPr>
        <a:xfrm>
          <a:off x="4032745" y="1995069"/>
          <a:ext cx="1715625" cy="68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 Easier maintenance</a:t>
          </a:r>
        </a:p>
      </dsp:txBody>
      <dsp:txXfrm>
        <a:off x="4032745" y="1995069"/>
        <a:ext cx="1715625" cy="686250"/>
      </dsp:txXfrm>
    </dsp:sp>
    <dsp:sp modelId="{2345DAC5-DAD8-40DE-8BC9-4B4AE3CCE146}">
      <dsp:nvSpPr>
        <dsp:cNvPr id="0" name=""/>
        <dsp:cNvSpPr/>
      </dsp:nvSpPr>
      <dsp:spPr>
        <a:xfrm>
          <a:off x="6383151" y="622568"/>
          <a:ext cx="1046531" cy="1046531"/>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032E7D-9026-4853-B997-2983C3E91AF0}">
      <dsp:nvSpPr>
        <dsp:cNvPr id="0" name=""/>
        <dsp:cNvSpPr/>
      </dsp:nvSpPr>
      <dsp:spPr>
        <a:xfrm>
          <a:off x="6606182" y="845600"/>
          <a:ext cx="600468" cy="60046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FD23125-6920-44F2-A4C6-290827629165}">
      <dsp:nvSpPr>
        <dsp:cNvPr id="0" name=""/>
        <dsp:cNvSpPr/>
      </dsp:nvSpPr>
      <dsp:spPr>
        <a:xfrm>
          <a:off x="6048604" y="1995069"/>
          <a:ext cx="1715625" cy="68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 Confidence in refactoring</a:t>
          </a:r>
        </a:p>
      </dsp:txBody>
      <dsp:txXfrm>
        <a:off x="6048604" y="1995069"/>
        <a:ext cx="1715625" cy="6862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A7C6D0-141C-4D85-BF21-CA632986193F}">
      <dsp:nvSpPr>
        <dsp:cNvPr id="0" name=""/>
        <dsp:cNvSpPr/>
      </dsp:nvSpPr>
      <dsp:spPr>
        <a:xfrm>
          <a:off x="0" y="565"/>
          <a:ext cx="4443413" cy="13222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8C5692-D6B1-4BD0-A0FC-6C4DC359B468}">
      <dsp:nvSpPr>
        <dsp:cNvPr id="0" name=""/>
        <dsp:cNvSpPr/>
      </dsp:nvSpPr>
      <dsp:spPr>
        <a:xfrm>
          <a:off x="399993" y="298080"/>
          <a:ext cx="727260" cy="7272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B7D55A-5122-4195-847D-DCE4E0F18EAA}">
      <dsp:nvSpPr>
        <dsp:cNvPr id="0" name=""/>
        <dsp:cNvSpPr/>
      </dsp:nvSpPr>
      <dsp:spPr>
        <a:xfrm>
          <a:off x="1527246" y="565"/>
          <a:ext cx="2916166" cy="1322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943" tIns="139943" rIns="139943" bIns="139943" numCol="1" spcCol="1270" anchor="ctr" anchorCtr="0">
          <a:noAutofit/>
        </a:bodyPr>
        <a:lstStyle/>
        <a:p>
          <a:pPr marL="0" lvl="0" indent="0" algn="l" defTabSz="933450">
            <a:lnSpc>
              <a:spcPct val="90000"/>
            </a:lnSpc>
            <a:spcBef>
              <a:spcPct val="0"/>
            </a:spcBef>
            <a:spcAft>
              <a:spcPct val="35000"/>
            </a:spcAft>
            <a:buNone/>
          </a:pPr>
          <a:r>
            <a:rPr lang="en-US" sz="2100" kern="1200"/>
            <a:t>• TDD improves software quality and reliability</a:t>
          </a:r>
        </a:p>
      </dsp:txBody>
      <dsp:txXfrm>
        <a:off x="1527246" y="565"/>
        <a:ext cx="2916166" cy="1322291"/>
      </dsp:txXfrm>
    </dsp:sp>
    <dsp:sp modelId="{680928A2-2714-436E-816C-2AE9184B2BEF}">
      <dsp:nvSpPr>
        <dsp:cNvPr id="0" name=""/>
        <dsp:cNvSpPr/>
      </dsp:nvSpPr>
      <dsp:spPr>
        <a:xfrm>
          <a:off x="0" y="1653429"/>
          <a:ext cx="4443413" cy="13222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E2D8FA-45FD-439F-99C9-5C5CB2A0DCA1}">
      <dsp:nvSpPr>
        <dsp:cNvPr id="0" name=""/>
        <dsp:cNvSpPr/>
      </dsp:nvSpPr>
      <dsp:spPr>
        <a:xfrm>
          <a:off x="399993" y="1950944"/>
          <a:ext cx="727260" cy="7272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7CB686C-AF43-48F5-B583-D504E1577FFE}">
      <dsp:nvSpPr>
        <dsp:cNvPr id="0" name=""/>
        <dsp:cNvSpPr/>
      </dsp:nvSpPr>
      <dsp:spPr>
        <a:xfrm>
          <a:off x="1527246" y="1653429"/>
          <a:ext cx="2916166" cy="1322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943" tIns="139943" rIns="139943" bIns="139943" numCol="1" spcCol="1270" anchor="ctr" anchorCtr="0">
          <a:noAutofit/>
        </a:bodyPr>
        <a:lstStyle/>
        <a:p>
          <a:pPr marL="0" lvl="0" indent="0" algn="l" defTabSz="933450">
            <a:lnSpc>
              <a:spcPct val="90000"/>
            </a:lnSpc>
            <a:spcBef>
              <a:spcPct val="0"/>
            </a:spcBef>
            <a:spcAft>
              <a:spcPct val="35000"/>
            </a:spcAft>
            <a:buNone/>
          </a:pPr>
          <a:r>
            <a:rPr lang="en-US" sz="2100" kern="1200"/>
            <a:t>• Requires discipline but pays off in long-term projects</a:t>
          </a:r>
        </a:p>
      </dsp:txBody>
      <dsp:txXfrm>
        <a:off x="1527246" y="1653429"/>
        <a:ext cx="2916166" cy="1322291"/>
      </dsp:txXfrm>
    </dsp:sp>
    <dsp:sp modelId="{A4CCF3DB-E9BE-4D8A-8924-01218B7C3FC2}">
      <dsp:nvSpPr>
        <dsp:cNvPr id="0" name=""/>
        <dsp:cNvSpPr/>
      </dsp:nvSpPr>
      <dsp:spPr>
        <a:xfrm>
          <a:off x="0" y="3306293"/>
          <a:ext cx="4443413" cy="132229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74625F-8096-41DC-A223-0FCADA33574A}">
      <dsp:nvSpPr>
        <dsp:cNvPr id="0" name=""/>
        <dsp:cNvSpPr/>
      </dsp:nvSpPr>
      <dsp:spPr>
        <a:xfrm>
          <a:off x="399993" y="3603809"/>
          <a:ext cx="727260" cy="72726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99E0E3C-E042-481B-819A-AF177D931372}">
      <dsp:nvSpPr>
        <dsp:cNvPr id="0" name=""/>
        <dsp:cNvSpPr/>
      </dsp:nvSpPr>
      <dsp:spPr>
        <a:xfrm>
          <a:off x="1527246" y="3306293"/>
          <a:ext cx="2916166" cy="13222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943" tIns="139943" rIns="139943" bIns="139943" numCol="1" spcCol="1270" anchor="ctr" anchorCtr="0">
          <a:noAutofit/>
        </a:bodyPr>
        <a:lstStyle/>
        <a:p>
          <a:pPr marL="0" lvl="0" indent="0" algn="l" defTabSz="933450">
            <a:lnSpc>
              <a:spcPct val="90000"/>
            </a:lnSpc>
            <a:spcBef>
              <a:spcPct val="0"/>
            </a:spcBef>
            <a:spcAft>
              <a:spcPct val="35000"/>
            </a:spcAft>
            <a:buNone/>
          </a:pPr>
          <a:r>
            <a:rPr lang="en-US" sz="2100" kern="1200"/>
            <a:t>• Personal opinion: makes code more reliable</a:t>
          </a:r>
        </a:p>
      </dsp:txBody>
      <dsp:txXfrm>
        <a:off x="1527246" y="3306293"/>
        <a:ext cx="2916166" cy="132229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6162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everyone! Today I’ll be presenting on Test-Driven Development, or TDD, an advanced practice in software engineering that helps ensure code correctness, maintainability, and efficiency. In this talk, I’ll explain what TDD is, how it works, its benefits, challenges, and best practices, along with a real-life example.</a:t>
            </a:r>
          </a:p>
          <a:p>
            <a:endParaRPr lang="en-US" dirty="0"/>
          </a:p>
        </p:txBody>
      </p:sp>
    </p:spTree>
    <p:extLst>
      <p:ext uri="{BB962C8B-B14F-4D97-AF65-F5344CB8AC3E}">
        <p14:creationId xmlns:p14="http://schemas.microsoft.com/office/powerpoint/2010/main" val="1058231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"Imagine writing code and knowing it works perfectly before you even finish. Sounds great, right? That’s the goal of TDD. Many developers spend hours debugging and fixing mistakes, but with TDD, we focus on preventing these errors before they happen."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TDD is a methodology where we write tests before the actual code</a:t>
            </a:r>
            <a:r>
              <a:rPr lang="en-US" dirty="0"/>
              <a:t>. The workflow is simple: first, write a test that fails (Red), then write code to pass that test (Green), and finally refactor the code to improve structure and readability. This ensures that your code is always aligned with expected behavior."</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TDD guarantees code works as intended, reduces bugs, encourages clean code, and makes refactoring safe because tests immediately show issues.</a:t>
            </a:r>
            <a:endParaRPr lang="en-US" dirty="0"/>
          </a:p>
          <a:p>
            <a:r>
              <a:rPr lang="en-US" dirty="0"/>
              <a:t>"TDD is important because it guarantees that the code works as intended. It reduces bugs, encourages writing clean and maintainable code, and makes refactoring much safer because we have tests that immediately show if something breaks."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TDD workflow follows a cycle: write a test, run it and see it fail, implement code to pass the test, then refactor. Each cycle ensures small, tested improvements.</a:t>
            </a:r>
            <a:endParaRPr lang="en-US" dirty="0"/>
          </a:p>
          <a:p>
            <a:r>
              <a:rPr lang="en-US" dirty="0"/>
              <a:t>"The TDD workflow follows a cycle: write a test, run it and see it fail, implement code to pass the test, then refactor. This loop is called Red-Green-Refactor. Each cycle ensures small, tested improvements rather than large untested changes."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Tools depend on the programming language: JUnit for Java, </a:t>
            </a:r>
            <a:r>
              <a:rPr dirty="0" err="1"/>
              <a:t>pytest</a:t>
            </a:r>
            <a:r>
              <a:rPr dirty="0"/>
              <a:t> for Python, </a:t>
            </a:r>
            <a:r>
              <a:rPr dirty="0" err="1"/>
              <a:t>NUnit</a:t>
            </a:r>
            <a:r>
              <a:rPr dirty="0"/>
              <a:t> for .NET. They automate tests and integrate them into development.</a:t>
            </a:r>
            <a:endParaRPr lang="en-US" dirty="0"/>
          </a:p>
          <a:p>
            <a:r>
              <a:rPr lang="en-US" dirty="0"/>
              <a:t>There are many tools available for TDD depending on the language. For Java, we use JUnit, for Python we use </a:t>
            </a:r>
            <a:r>
              <a:rPr lang="en-US" dirty="0" err="1"/>
              <a:t>pytest</a:t>
            </a:r>
            <a:r>
              <a:rPr lang="en-US" dirty="0"/>
              <a:t>, and for .NET, </a:t>
            </a:r>
            <a:r>
              <a:rPr lang="en-US" dirty="0" err="1"/>
              <a:t>NUnit</a:t>
            </a:r>
            <a:r>
              <a:rPr lang="en-US" dirty="0"/>
              <a:t>. These tools help automate tests and integrate them into the development process. Let’s look at a small example of a test written before code."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For example, to implement factorial, we write a test expecting factorial(5) = 120, then code until the test passes. This ensures correctness from the start.</a:t>
            </a:r>
            <a:endParaRPr lang="en-US" dirty="0"/>
          </a:p>
          <a:p>
            <a:r>
              <a:rPr lang="en-US" dirty="0"/>
              <a:t>Let’s see an example. Suppose we need a factorial function. In TDD, we first write a test expecting factorial of 5 to be 120. Then we write the code to make this test pass. Once the test passes, we refactor the code if needed. This way, we are confident the function works correctly from the beginning."</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TDD improves code quality, reduces bugs, makes maintenance easier, and allows confident refactoring.</a:t>
            </a:r>
            <a:endParaRPr lang="en-US" dirty="0"/>
          </a:p>
          <a:p>
            <a:r>
              <a:rPr lang="en-US" dirty="0"/>
              <a:t>The benefits of TDD are numerous. It improves code quality because every part is tested. It reduces bugs, makes the code easier to maintain, and allows developers to refactor with confidence, knowing that tests will catch any unintended changes."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Challenges include initial slower development, difficulty writing good tests, and TDD may feel unnecessary for small projects, but for long-term projects, benefits outweigh the cost.</a:t>
            </a:r>
            <a:endParaRPr lang="en-US" dirty="0"/>
          </a:p>
          <a:p>
            <a:r>
              <a:rPr lang="en-US" dirty="0"/>
              <a:t>TDD is not without challenges. At first, development may seem slower because you’re writing tests alongside code. Writing good tests can be difficult, and for very small projects, it may feel like overkill. However, for long-term projects, the benefits outweigh the initial effort.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Best practices: start small, keep tests independent, continuously refactor, and test normal plus edge cases to make TDD effective.</a:t>
            </a:r>
            <a:endParaRPr lang="en-US" dirty="0"/>
          </a:p>
          <a:p>
            <a:r>
              <a:rPr lang="en-US" dirty="0"/>
              <a:t>Some best practices for TDD include starting small with simple tests, keeping tests independent from each other, continuously refactoring code, and testing both normal and edge cases. Following these practices ensures that TDD is effective and sustainable.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conclusion, TDD improves software quality and reliability, requires discipline, but pays off long-term. Personally, it makes my code more reliable and maintainable.</a:t>
            </a:r>
            <a:endParaRPr lang="en-US" dirty="0"/>
          </a:p>
          <a:p>
            <a:r>
              <a:rPr lang="en-US" dirty="0"/>
              <a:t>To wrap up, TDD is an advanced software development practice that improves software quality and reliability. It requires discipline and effort but pays off in the long run. Personally, I have found TDD makes my code more reliable and easier to maintain.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sources I referred to while preparing this presentation. Thank you for listening!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347" y="1122363"/>
            <a:ext cx="7773308"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685347" y="3602038"/>
            <a:ext cx="777330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69137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73377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21933" y="657227"/>
            <a:ext cx="7300134"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921933" y="3602039"/>
            <a:ext cx="7300134"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65073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85346" y="2088320"/>
            <a:ext cx="3829503"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0052" y="2088320"/>
            <a:ext cx="3820616"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73641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5427" y="2088320"/>
            <a:ext cx="3600326"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346" y="2912232"/>
            <a:ext cx="3830406"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9230" y="2088320"/>
            <a:ext cx="3591437"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912232"/>
            <a:ext cx="382151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4363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87506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6094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2949178"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3808548" y="609600"/>
            <a:ext cx="4642119"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7921" y="2971801"/>
            <a:ext cx="2949178"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0135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416760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49932" y="758881"/>
            <a:ext cx="2966938"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971800"/>
            <a:ext cx="4171242"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50767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55" y="4289373"/>
            <a:ext cx="7775673"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355" y="621322"/>
            <a:ext cx="7775673"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74499"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452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9601"/>
            <a:ext cx="776532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7" y="4204820"/>
            <a:ext cx="776532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05545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5" y="4204821"/>
            <a:ext cx="776532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0" name="TextBox 9"/>
          <p:cNvSpPr txBox="1"/>
          <p:nvPr/>
        </p:nvSpPr>
        <p:spPr>
          <a:xfrm>
            <a:off x="505245" y="641749"/>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946721" y="3073376"/>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60919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55" y="2126943"/>
            <a:ext cx="7766495"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650556"/>
            <a:ext cx="776532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777615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5" y="609601"/>
            <a:ext cx="776532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2088320"/>
            <a:ext cx="2474217"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911624"/>
            <a:ext cx="2474217"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3658" y="2088320"/>
            <a:ext cx="2473919"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3659" y="2911624"/>
            <a:ext cx="247486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088320"/>
            <a:ext cx="246840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2260" y="2911624"/>
            <a:ext cx="2468408"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784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346" y="609601"/>
            <a:ext cx="776532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7" y="3989147"/>
            <a:ext cx="2474216"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19015" y="2092235"/>
            <a:ext cx="2205038"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7" y="4565409"/>
            <a:ext cx="2474216"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26" y="3989147"/>
            <a:ext cx="2474237"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26747" y="2092235"/>
            <a:ext cx="2197894"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565408"/>
            <a:ext cx="2475252"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80067" y="3989147"/>
            <a:ext cx="246742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114603" y="2092235"/>
            <a:ext cx="219908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973" y="4565410"/>
            <a:ext cx="2470694" cy="122579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210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84081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609600"/>
            <a:ext cx="1906993"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6" y="609600"/>
            <a:ext cx="5744029"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3276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7" y="609601"/>
            <a:ext cx="776532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2096064"/>
            <a:ext cx="776532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3/31/2026</a:t>
            </a:fld>
            <a:endParaRPr lang="en-US"/>
          </a:p>
        </p:txBody>
      </p:sp>
      <p:sp>
        <p:nvSpPr>
          <p:cNvPr id="5" name="Footer Placeholder 4"/>
          <p:cNvSpPr>
            <a:spLocks noGrp="1"/>
          </p:cNvSpPr>
          <p:nvPr>
            <p:ph type="ftr" sz="quarter" idx="3"/>
          </p:nvPr>
        </p:nvSpPr>
        <p:spPr>
          <a:xfrm>
            <a:off x="685346" y="5883276"/>
            <a:ext cx="5004649"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0892303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jpe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jpeg"/><Relationship Id="rId7" Type="http://schemas.openxmlformats.org/officeDocument/2006/relationships/diagramColors" Target="../diagrams/colors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jpeg"/><Relationship Id="rId7" Type="http://schemas.openxmlformats.org/officeDocument/2006/relationships/diagramColors" Target="../diagrams/colors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jpeg"/><Relationship Id="rId7" Type="http://schemas.openxmlformats.org/officeDocument/2006/relationships/diagramColors" Target="../diagrams/colors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DC0FB-DE67-3B89-4A3D-FC9E34D0E00D}"/>
              </a:ext>
            </a:extLst>
          </p:cNvPr>
          <p:cNvSpPr>
            <a:spLocks noGrp="1"/>
          </p:cNvSpPr>
          <p:nvPr>
            <p:ph type="ctrTitle"/>
          </p:nvPr>
        </p:nvSpPr>
        <p:spPr/>
        <p:txBody>
          <a:bodyPr>
            <a:normAutofit fontScale="90000"/>
          </a:bodyPr>
          <a:lstStyle/>
          <a:p>
            <a:r>
              <a:rPr lang="en-US" dirty="0"/>
              <a:t>Test-Driven Development (TDD) in Software Engineering</a:t>
            </a:r>
          </a:p>
        </p:txBody>
      </p:sp>
      <p:sp>
        <p:nvSpPr>
          <p:cNvPr id="3" name="Subtitle 2">
            <a:extLst>
              <a:ext uri="{FF2B5EF4-FFF2-40B4-BE49-F238E27FC236}">
                <a16:creationId xmlns:a16="http://schemas.microsoft.com/office/drawing/2014/main" id="{FADCB12B-3727-064F-C95E-3D921E4322B6}"/>
              </a:ext>
            </a:extLst>
          </p:cNvPr>
          <p:cNvSpPr>
            <a:spLocks noGrp="1"/>
          </p:cNvSpPr>
          <p:nvPr>
            <p:ph type="subTitle" idx="1"/>
          </p:nvPr>
        </p:nvSpPr>
        <p:spPr/>
        <p:txBody>
          <a:bodyPr>
            <a:normAutofit/>
          </a:bodyPr>
          <a:lstStyle/>
          <a:p>
            <a:r>
              <a:rPr lang="en-US" sz="2800" dirty="0"/>
              <a:t>Ishwari Patel</a:t>
            </a:r>
          </a:p>
          <a:p>
            <a:r>
              <a:rPr lang="en-US" sz="2800" dirty="0"/>
              <a:t>CSCI 4350 SE 2</a:t>
            </a:r>
          </a:p>
        </p:txBody>
      </p:sp>
    </p:spTree>
    <p:extLst>
      <p:ext uri="{BB962C8B-B14F-4D97-AF65-F5344CB8AC3E}">
        <p14:creationId xmlns:p14="http://schemas.microsoft.com/office/powerpoint/2010/main" val="1681001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2920" y="4537711"/>
            <a:ext cx="8133723" cy="1118371"/>
          </a:xfrm>
        </p:spPr>
        <p:txBody>
          <a:bodyPr>
            <a:normAutofit/>
          </a:bodyPr>
          <a:lstStyle/>
          <a:p>
            <a:r>
              <a:t>Hook</a:t>
            </a:r>
          </a:p>
        </p:txBody>
      </p:sp>
      <p:sp>
        <p:nvSpPr>
          <p:cNvPr id="9" name="Rectangle 8">
            <a:extLst>
              <a:ext uri="{FF2B5EF4-FFF2-40B4-BE49-F238E27FC236}">
                <a16:creationId xmlns:a16="http://schemas.microsoft.com/office/drawing/2014/main" id="{BF8EE22E-7CB7-4A22-8A2D-CE1918FE5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4251960"/>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8012081-8369-3FE7-9391-F1216F840155}"/>
              </a:ext>
            </a:extLst>
          </p:cNvPr>
          <p:cNvGraphicFramePr>
            <a:graphicFrameLocks noGrp="1"/>
          </p:cNvGraphicFramePr>
          <p:nvPr>
            <p:ph idx="1"/>
            <p:extLst>
              <p:ext uri="{D42A27DB-BD31-4B8C-83A1-F6EECF244321}">
                <p14:modId xmlns:p14="http://schemas.microsoft.com/office/powerpoint/2010/main" val="1620949256"/>
              </p:ext>
            </p:extLst>
          </p:nvPr>
        </p:nvGraphicFramePr>
        <p:xfrm>
          <a:off x="860822" y="1103313"/>
          <a:ext cx="7415212" cy="26511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4356" y="609600"/>
            <a:ext cx="2732362" cy="5603310"/>
          </a:xfrm>
        </p:spPr>
        <p:txBody>
          <a:bodyPr>
            <a:normAutofit/>
          </a:bodyPr>
          <a:lstStyle/>
          <a:p>
            <a:r>
              <a:t>What is TDD?</a:t>
            </a:r>
          </a:p>
        </p:txBody>
      </p:sp>
      <p:graphicFrame>
        <p:nvGraphicFramePr>
          <p:cNvPr id="5" name="Content Placeholder 2">
            <a:extLst>
              <a:ext uri="{FF2B5EF4-FFF2-40B4-BE49-F238E27FC236}">
                <a16:creationId xmlns:a16="http://schemas.microsoft.com/office/drawing/2014/main" id="{589DC4F8-DA7F-2CAB-B103-78BE2200E71D}"/>
              </a:ext>
            </a:extLst>
          </p:cNvPr>
          <p:cNvGraphicFramePr>
            <a:graphicFrameLocks noGrp="1"/>
          </p:cNvGraphicFramePr>
          <p:nvPr>
            <p:ph idx="1"/>
            <p:extLst>
              <p:ext uri="{D42A27DB-BD31-4B8C-83A1-F6EECF244321}">
                <p14:modId xmlns:p14="http://schemas.microsoft.com/office/powerpoint/2010/main" val="2094859686"/>
              </p:ext>
            </p:extLst>
          </p:nvPr>
        </p:nvGraphicFramePr>
        <p:xfrm>
          <a:off x="3845718" y="1114425"/>
          <a:ext cx="4443413" cy="46291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C052280-388E-4151-A1EB-5236D4FCC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5347" y="927100"/>
            <a:ext cx="2564074" cy="4616450"/>
          </a:xfrm>
        </p:spPr>
        <p:txBody>
          <a:bodyPr>
            <a:normAutofit/>
          </a:bodyPr>
          <a:lstStyle/>
          <a:p>
            <a:r>
              <a:t>Why TDD Matters</a:t>
            </a:r>
          </a:p>
        </p:txBody>
      </p:sp>
      <p:cxnSp>
        <p:nvCxnSpPr>
          <p:cNvPr id="10" name="Straight Connector 9">
            <a:extLst>
              <a:ext uri="{FF2B5EF4-FFF2-40B4-BE49-F238E27FC236}">
                <a16:creationId xmlns:a16="http://schemas.microsoft.com/office/drawing/2014/main" id="{744251C3-E720-4363-8AF0-20AD319374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301359"/>
            <a:ext cx="0" cy="191135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32021" y="971549"/>
            <a:ext cx="4718646" cy="4616450"/>
          </a:xfrm>
        </p:spPr>
        <p:txBody>
          <a:bodyPr anchor="ctr">
            <a:normAutofit/>
          </a:bodyPr>
          <a:lstStyle/>
          <a:p>
            <a:r>
              <a:rPr dirty="0"/>
              <a:t>Ensures code correctness</a:t>
            </a:r>
          </a:p>
          <a:p>
            <a:r>
              <a:rPr dirty="0"/>
              <a:t> Reduces bugs</a:t>
            </a:r>
          </a:p>
          <a:p>
            <a:r>
              <a:rPr dirty="0"/>
              <a:t> Encourages clean, maintainable code</a:t>
            </a:r>
          </a:p>
          <a:p>
            <a:r>
              <a:rPr dirty="0"/>
              <a:t>Makes refactoring safer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346" y="609600"/>
            <a:ext cx="7765321" cy="1326321"/>
          </a:xfrm>
        </p:spPr>
        <p:txBody>
          <a:bodyPr>
            <a:normAutofit/>
          </a:bodyPr>
          <a:lstStyle/>
          <a:p>
            <a:r>
              <a:t>TDD Workflow</a:t>
            </a:r>
          </a:p>
        </p:txBody>
      </p:sp>
      <p:graphicFrame>
        <p:nvGraphicFramePr>
          <p:cNvPr id="5" name="Content Placeholder 2">
            <a:extLst>
              <a:ext uri="{FF2B5EF4-FFF2-40B4-BE49-F238E27FC236}">
                <a16:creationId xmlns:a16="http://schemas.microsoft.com/office/drawing/2014/main" id="{64073574-B149-68C1-16D7-447260C303CB}"/>
              </a:ext>
            </a:extLst>
          </p:cNvPr>
          <p:cNvGraphicFramePr>
            <a:graphicFrameLocks noGrp="1"/>
          </p:cNvGraphicFramePr>
          <p:nvPr>
            <p:ph idx="1"/>
            <p:extLst>
              <p:ext uri="{D42A27DB-BD31-4B8C-83A1-F6EECF244321}">
                <p14:modId xmlns:p14="http://schemas.microsoft.com/office/powerpoint/2010/main" val="2068884999"/>
              </p:ext>
            </p:extLst>
          </p:nvPr>
        </p:nvGraphicFramePr>
        <p:xfrm>
          <a:off x="685800" y="2257654"/>
          <a:ext cx="7765256" cy="33038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for TDD</a:t>
            </a:r>
          </a:p>
        </p:txBody>
      </p:sp>
      <p:sp>
        <p:nvSpPr>
          <p:cNvPr id="3" name="Content Placeholder 2"/>
          <p:cNvSpPr>
            <a:spLocks noGrp="1"/>
          </p:cNvSpPr>
          <p:nvPr>
            <p:ph idx="1"/>
          </p:nvPr>
        </p:nvSpPr>
        <p:spPr/>
        <p:txBody>
          <a:bodyPr/>
          <a:lstStyle/>
          <a:p>
            <a:r>
              <a:rPr dirty="0"/>
              <a:t> JUnit (Java)</a:t>
            </a:r>
          </a:p>
          <a:p>
            <a:r>
              <a:rPr dirty="0"/>
              <a:t> </a:t>
            </a:r>
            <a:r>
              <a:rPr dirty="0" err="1"/>
              <a:t>pytest</a:t>
            </a:r>
            <a:r>
              <a:rPr dirty="0"/>
              <a:t> (Python)</a:t>
            </a:r>
          </a:p>
          <a:p>
            <a:r>
              <a:rPr dirty="0"/>
              <a:t> </a:t>
            </a:r>
            <a:r>
              <a:rPr dirty="0" err="1"/>
              <a:t>NUnit</a:t>
            </a:r>
            <a:r>
              <a:rPr dirty="0"/>
              <a:t> (.NET)</a:t>
            </a:r>
          </a:p>
          <a:p>
            <a:r>
              <a:rPr dirty="0"/>
              <a:t>Example snippet: simple test before code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95604" y="609600"/>
            <a:ext cx="4755063" cy="1326321"/>
          </a:xfrm>
        </p:spPr>
        <p:txBody>
          <a:bodyPr>
            <a:normAutofit/>
          </a:bodyPr>
          <a:lstStyle/>
          <a:p>
            <a:r>
              <a:t>Real-Life Example / Demo</a:t>
            </a:r>
          </a:p>
        </p:txBody>
      </p:sp>
      <p:pic>
        <p:nvPicPr>
          <p:cNvPr id="5" name="Picture 4" descr="Computer script on a screen">
            <a:extLst>
              <a:ext uri="{FF2B5EF4-FFF2-40B4-BE49-F238E27FC236}">
                <a16:creationId xmlns:a16="http://schemas.microsoft.com/office/drawing/2014/main" id="{C33F7B31-9EFB-3DFF-38FB-58B5D1074657}"/>
              </a:ext>
            </a:extLst>
          </p:cNvPr>
          <p:cNvPicPr>
            <a:picLocks noChangeAspect="1"/>
          </p:cNvPicPr>
          <p:nvPr/>
        </p:nvPicPr>
        <p:blipFill>
          <a:blip r:embed="rId4"/>
          <a:srcRect l="13193" r="52965" b="-1"/>
          <a:stretch>
            <a:fillRect/>
          </a:stretch>
        </p:blipFill>
        <p:spPr>
          <a:xfrm>
            <a:off x="20" y="10"/>
            <a:ext cx="3476985" cy="6857990"/>
          </a:xfrm>
          <a:prstGeom prst="rect">
            <a:avLst/>
          </a:prstGeom>
        </p:spPr>
      </p:pic>
      <p:sp>
        <p:nvSpPr>
          <p:cNvPr id="3" name="Content Placeholder 2"/>
          <p:cNvSpPr>
            <a:spLocks noGrp="1"/>
          </p:cNvSpPr>
          <p:nvPr>
            <p:ph idx="1"/>
          </p:nvPr>
        </p:nvSpPr>
        <p:spPr>
          <a:xfrm>
            <a:off x="3695603" y="2096064"/>
            <a:ext cx="4755064" cy="3695136"/>
          </a:xfrm>
        </p:spPr>
        <p:txBody>
          <a:bodyPr>
            <a:normAutofit/>
          </a:bodyPr>
          <a:lstStyle/>
          <a:p>
            <a:r>
              <a:rPr dirty="0"/>
              <a:t>Example: Factorial or sum function</a:t>
            </a:r>
          </a:p>
          <a:p>
            <a:r>
              <a:rPr dirty="0"/>
              <a:t>Write test first → code → pass test</a:t>
            </a:r>
          </a:p>
          <a:p>
            <a:r>
              <a:rPr dirty="0"/>
              <a:t>Include screenshot or snippet</a:t>
            </a:r>
          </a:p>
        </p:txBody>
      </p:sp>
      <p:cxnSp>
        <p:nvCxnSpPr>
          <p:cNvPr id="9" name="Straight Connector 8">
            <a:extLst>
              <a:ext uri="{FF2B5EF4-FFF2-40B4-BE49-F238E27FC236}">
                <a16:creationId xmlns:a16="http://schemas.microsoft.com/office/drawing/2014/main" id="{E2A31A05-19BB-4F84-9402-E8569CBDBDB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77005" y="45720"/>
            <a:ext cx="0" cy="6766560"/>
          </a:xfrm>
          <a:prstGeom prst="line">
            <a:avLst/>
          </a:prstGeom>
          <a:ln w="190500" cap="sq">
            <a:solidFill>
              <a:srgbClr val="FFFFFF"/>
            </a:solidFill>
            <a:miter lim="800000"/>
          </a:ln>
          <a:scene3d>
            <a:camera prst="orthographicFront"/>
            <a:lightRig rig="twoPt" dir="t">
              <a:rot lat="0" lon="0" rev="7200000"/>
            </a:lightRig>
          </a:scene3d>
          <a:sp3d>
            <a:bevelT w="25400" h="19050"/>
          </a:sp3d>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346" y="609600"/>
            <a:ext cx="7765321" cy="1326321"/>
          </a:xfrm>
        </p:spPr>
        <p:txBody>
          <a:bodyPr>
            <a:normAutofit/>
          </a:bodyPr>
          <a:lstStyle/>
          <a:p>
            <a:r>
              <a:t>Advantages of TDD</a:t>
            </a:r>
          </a:p>
        </p:txBody>
      </p:sp>
      <p:graphicFrame>
        <p:nvGraphicFramePr>
          <p:cNvPr id="5" name="Content Placeholder 2">
            <a:extLst>
              <a:ext uri="{FF2B5EF4-FFF2-40B4-BE49-F238E27FC236}">
                <a16:creationId xmlns:a16="http://schemas.microsoft.com/office/drawing/2014/main" id="{E3A5A33D-45ED-FDD1-6587-00149502D55F}"/>
              </a:ext>
            </a:extLst>
          </p:cNvPr>
          <p:cNvGraphicFramePr>
            <a:graphicFrameLocks noGrp="1"/>
          </p:cNvGraphicFramePr>
          <p:nvPr>
            <p:ph idx="1"/>
            <p:extLst>
              <p:ext uri="{D42A27DB-BD31-4B8C-83A1-F6EECF244321}">
                <p14:modId xmlns:p14="http://schemas.microsoft.com/office/powerpoint/2010/main" val="1188968782"/>
              </p:ext>
            </p:extLst>
          </p:nvPr>
        </p:nvGraphicFramePr>
        <p:xfrm>
          <a:off x="685800" y="2257654"/>
          <a:ext cx="7765256" cy="33038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5B36D43-160A-4459-A18F-4471E79269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2"/>
          </a:solidFill>
          <a:ln>
            <a:noFill/>
          </a:ln>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C17B38-9174-4965-BABA-C9C1C6F3D5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600" y="643467"/>
            <a:ext cx="8178799" cy="5604933"/>
          </a:xfrm>
          <a:prstGeom prst="rect">
            <a:avLst/>
          </a:prstGeom>
          <a:solidFill>
            <a:srgbClr val="262626"/>
          </a:solidFill>
          <a:ln w="38100" cap="sq">
            <a:noFill/>
            <a:miter lim="800000"/>
          </a:ln>
          <a:effectLst>
            <a:outerShdw blurRad="54991" dist="17780" dir="5400000" algn="t" rotWithShape="0">
              <a:prstClr val="black">
                <a:alpha val="40000"/>
              </a:prstClr>
            </a:outerShdw>
          </a:effectLst>
          <a:scene3d>
            <a:camera prst="orthographicFront"/>
            <a:lightRig rig="twoPt" dir="t">
              <a:rot lat="0" lon="0" rev="7200000"/>
            </a:lightRig>
          </a:scene3d>
          <a:sp3d/>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5414" y="1347216"/>
            <a:ext cx="2374899" cy="4163569"/>
          </a:xfrm>
        </p:spPr>
        <p:txBody>
          <a:bodyPr anchor="ctr">
            <a:normAutofit/>
          </a:bodyPr>
          <a:lstStyle/>
          <a:p>
            <a:pPr algn="r"/>
            <a:r>
              <a:rPr lang="en-US" sz="2400" dirty="0">
                <a:solidFill>
                  <a:srgbClr val="FFFFFF"/>
                </a:solidFill>
              </a:rPr>
              <a:t>Challenges of TDD</a:t>
            </a:r>
          </a:p>
        </p:txBody>
      </p:sp>
      <p:cxnSp>
        <p:nvCxnSpPr>
          <p:cNvPr id="12" name="Straight Connector 11">
            <a:extLst>
              <a:ext uri="{FF2B5EF4-FFF2-40B4-BE49-F238E27FC236}">
                <a16:creationId xmlns:a16="http://schemas.microsoft.com/office/drawing/2014/main" id="{A1865F92-5D70-4CFC-A515-E5AD0F55F8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079171"/>
            <a:ext cx="0" cy="2699658"/>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53480" y="1347216"/>
            <a:ext cx="4425319" cy="4163569"/>
          </a:xfrm>
        </p:spPr>
        <p:txBody>
          <a:bodyPr anchor="ctr">
            <a:normAutofit/>
          </a:bodyPr>
          <a:lstStyle/>
          <a:p>
            <a:r>
              <a:rPr lang="en-US" sz="2400" dirty="0">
                <a:solidFill>
                  <a:srgbClr val="FFFFFF"/>
                </a:solidFill>
              </a:rPr>
              <a:t> Initial slower development</a:t>
            </a:r>
          </a:p>
          <a:p>
            <a:r>
              <a:rPr lang="en-US" sz="2400" dirty="0">
                <a:solidFill>
                  <a:srgbClr val="FFFFFF"/>
                </a:solidFill>
              </a:rPr>
              <a:t> Writing good tests is hard</a:t>
            </a:r>
          </a:p>
          <a:p>
            <a:r>
              <a:rPr lang="en-US" sz="2400" dirty="0">
                <a:solidFill>
                  <a:srgbClr val="FFFFFF"/>
                </a:solidFill>
              </a:rPr>
              <a:t> Can be overkill for small projects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Best Practices</a:t>
            </a:r>
          </a:p>
        </p:txBody>
      </p:sp>
      <p:sp>
        <p:nvSpPr>
          <p:cNvPr id="3" name="Content Placeholder 2"/>
          <p:cNvSpPr>
            <a:spLocks noGrp="1"/>
          </p:cNvSpPr>
          <p:nvPr>
            <p:ph idx="1"/>
          </p:nvPr>
        </p:nvSpPr>
        <p:spPr/>
        <p:txBody>
          <a:bodyPr/>
          <a:lstStyle/>
          <a:p>
            <a:r>
              <a:rPr dirty="0"/>
              <a:t> Start small</a:t>
            </a:r>
          </a:p>
          <a:p>
            <a:r>
              <a:rPr dirty="0"/>
              <a:t> Keep tests independent</a:t>
            </a:r>
          </a:p>
          <a:p>
            <a:r>
              <a:rPr dirty="0"/>
              <a:t> Refactor continuously</a:t>
            </a:r>
          </a:p>
          <a:p>
            <a:r>
              <a:rPr dirty="0"/>
              <a:t>Test normal and edge cases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64356" y="609600"/>
            <a:ext cx="2732362" cy="5603310"/>
          </a:xfrm>
        </p:spPr>
        <p:txBody>
          <a:bodyPr>
            <a:normAutofit/>
          </a:bodyPr>
          <a:lstStyle/>
          <a:p>
            <a:r>
              <a:rPr lang="en-US" sz="2600"/>
              <a:t>Conclusion</a:t>
            </a:r>
          </a:p>
        </p:txBody>
      </p:sp>
      <p:graphicFrame>
        <p:nvGraphicFramePr>
          <p:cNvPr id="5" name="Content Placeholder 2">
            <a:extLst>
              <a:ext uri="{FF2B5EF4-FFF2-40B4-BE49-F238E27FC236}">
                <a16:creationId xmlns:a16="http://schemas.microsoft.com/office/drawing/2014/main" id="{ABF4F5FC-45FF-4279-115F-0A12F66CE2E6}"/>
              </a:ext>
            </a:extLst>
          </p:cNvPr>
          <p:cNvGraphicFramePr>
            <a:graphicFrameLocks noGrp="1"/>
          </p:cNvGraphicFramePr>
          <p:nvPr>
            <p:ph idx="1"/>
            <p:extLst>
              <p:ext uri="{D42A27DB-BD31-4B8C-83A1-F6EECF244321}">
                <p14:modId xmlns:p14="http://schemas.microsoft.com/office/powerpoint/2010/main" val="1492653015"/>
              </p:ext>
            </p:extLst>
          </p:nvPr>
        </p:nvGraphicFramePr>
        <p:xfrm>
          <a:off x="3845718" y="1114425"/>
          <a:ext cx="4443413" cy="46291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B05F3C1-C45C-ED16-F402-6B093923D14F}"/>
              </a:ext>
            </a:extLst>
          </p:cNvPr>
          <p:cNvPicPr>
            <a:picLocks noChangeAspect="1"/>
          </p:cNvPicPr>
          <p:nvPr/>
        </p:nvPicPr>
        <p:blipFill>
          <a:blip r:embed="rId4">
            <a:alphaModFix amt="35000"/>
            <a:grayscl/>
          </a:blip>
          <a:srcRect l="13183" r="11817"/>
          <a:stretch>
            <a:fillRect/>
          </a:stretch>
        </p:blipFill>
        <p:spPr>
          <a:xfrm>
            <a:off x="20" y="10"/>
            <a:ext cx="9143980" cy="6857990"/>
          </a:xfrm>
          <a:prstGeom prst="rect">
            <a:avLst/>
          </a:prstGeom>
        </p:spPr>
      </p:pic>
      <p:sp>
        <p:nvSpPr>
          <p:cNvPr id="14" name="Rectangle 13">
            <a:extLst>
              <a:ext uri="{FF2B5EF4-FFF2-40B4-BE49-F238E27FC236}">
                <a16:creationId xmlns:a16="http://schemas.microsoft.com/office/drawing/2014/main" id="{FC23C8D4-BD3D-4473-B3D0-89011586B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flip="none" rotWithShape="1">
            <a:gsLst>
              <a:gs pos="32000">
                <a:schemeClr val="bg2">
                  <a:lumMod val="75000"/>
                  <a:alpha val="5000"/>
                </a:schemeClr>
              </a:gs>
              <a:gs pos="100000">
                <a:schemeClr val="bg2">
                  <a:lumMod val="40000"/>
                </a:scheme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Title 1"/>
          <p:cNvSpPr>
            <a:spLocks noGrp="1"/>
          </p:cNvSpPr>
          <p:nvPr>
            <p:ph type="title"/>
          </p:nvPr>
        </p:nvSpPr>
        <p:spPr>
          <a:xfrm>
            <a:off x="1196451" y="1122363"/>
            <a:ext cx="6751097" cy="2387600"/>
          </a:xfrm>
        </p:spPr>
        <p:txBody>
          <a:bodyPr vert="horz" lIns="91440" tIns="45720" rIns="91440" bIns="45720" rtlCol="0" anchor="b">
            <a:normAutofit/>
          </a:bodyPr>
          <a:lstStyle/>
          <a:p>
            <a:r>
              <a:rPr lang="en-US" sz="4800"/>
              <a:t>References</a:t>
            </a:r>
          </a:p>
        </p:txBody>
      </p:sp>
      <p:sp>
        <p:nvSpPr>
          <p:cNvPr id="3" name="Content Placeholder 2"/>
          <p:cNvSpPr>
            <a:spLocks noGrp="1"/>
          </p:cNvSpPr>
          <p:nvPr>
            <p:ph idx="1"/>
          </p:nvPr>
        </p:nvSpPr>
        <p:spPr>
          <a:xfrm>
            <a:off x="1196451" y="3602038"/>
            <a:ext cx="6751097" cy="1655762"/>
          </a:xfrm>
        </p:spPr>
        <p:txBody>
          <a:bodyPr vert="horz" lIns="91440" tIns="45720" rIns="91440" bIns="45720" rtlCol="0">
            <a:normAutofit/>
          </a:bodyPr>
          <a:lstStyle/>
          <a:p>
            <a:pPr marL="0" indent="0" algn="ctr">
              <a:buNone/>
            </a:pPr>
            <a:r>
              <a:rPr lang="en-US" sz="2400"/>
              <a:t>• Articles, tutorials, documentation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TM04033921[[fn=Damask]]</Template>
  <TotalTime>16</TotalTime>
  <Words>1058</Words>
  <Application>Microsoft Office PowerPoint</Application>
  <PresentationFormat>On-screen Show (4:3)</PresentationFormat>
  <Paragraphs>69</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Bookman Old Style</vt:lpstr>
      <vt:lpstr>Calibri</vt:lpstr>
      <vt:lpstr>Rockwell</vt:lpstr>
      <vt:lpstr>Damask</vt:lpstr>
      <vt:lpstr>Test-Driven Development (TDD) in Software Engineering</vt:lpstr>
      <vt:lpstr>Hook</vt:lpstr>
      <vt:lpstr>What is TDD?</vt:lpstr>
      <vt:lpstr>Why TDD Matters</vt:lpstr>
      <vt:lpstr>TDD Workflow</vt:lpstr>
      <vt:lpstr>Tools for TDD</vt:lpstr>
      <vt:lpstr>Real-Life Example / Demo</vt:lpstr>
      <vt:lpstr>Advantages of TDD</vt:lpstr>
      <vt:lpstr>Challenges of TDD</vt:lpstr>
      <vt:lpstr>Best Practices</vt:lpstr>
      <vt:lpstr>Conclusion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Patel, Ishwari</cp:lastModifiedBy>
  <cp:revision>2</cp:revision>
  <dcterms:created xsi:type="dcterms:W3CDTF">2013-01-27T09:14:16Z</dcterms:created>
  <dcterms:modified xsi:type="dcterms:W3CDTF">2026-03-31T18:25:13Z</dcterms:modified>
  <cp:category/>
</cp:coreProperties>
</file>